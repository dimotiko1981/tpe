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85fe25baf24ffc" /><Relationship Type="http://schemas.openxmlformats.org/officeDocument/2006/relationships/extended-properties" Target="/docProps/app.xml" Id="Re3e1218c51654ed3" /><Relationship Type="http://schemas.openxmlformats.org/officeDocument/2006/relationships/officeDocument" Target="/ppt/presentation.xml" Id="Rf605b4e6c95f4cf7" /></Relationships>
</file>

<file path=ppt/presentation.xml><?xml version="1.0" encoding="utf-8"?>
<p:presentation xmlns:p="http://schemas.openxmlformats.org/presentationml/2006/main">
  <p:sldMasterIdLst>
    <p:sldMasterId xmlns:r="http://schemas.openxmlformats.org/officeDocument/2006/relationships" id="2147483648" r:id="R8bce17edfcde4a6a"/>
  </p:sldMasterIdLst>
  <p:notesMasterIdLst>
    <p:notesMasterId xmlns:r="http://schemas.openxmlformats.org/officeDocument/2006/relationships" r:id="R1aa9e0f143414f3d"/>
  </p:notesMasterIdLst>
  <p:sldIdLst>
    <p:sldId xmlns:r="http://schemas.openxmlformats.org/officeDocument/2006/relationships" id="256" r:id="Rda32db50e1d74262"/>
    <p:sldId xmlns:r="http://schemas.openxmlformats.org/officeDocument/2006/relationships" id="257" r:id="Rd2dd26a7cc0f4c23"/>
    <p:sldId xmlns:r="http://schemas.openxmlformats.org/officeDocument/2006/relationships" id="258" r:id="Ra73510b5fa0f4bb2"/>
    <p:sldId xmlns:r="http://schemas.openxmlformats.org/officeDocument/2006/relationships" id="259" r:id="Rfc75877829e147aa"/>
    <p:sldId xmlns:r="http://schemas.openxmlformats.org/officeDocument/2006/relationships" id="260" r:id="Rd5243baf5a894d6d"/>
    <p:sldId xmlns:r="http://schemas.openxmlformats.org/officeDocument/2006/relationships" id="261" r:id="R14bf23332d194a53"/>
    <p:sldId xmlns:r="http://schemas.openxmlformats.org/officeDocument/2006/relationships" id="262" r:id="R3670bcc698dc4315"/>
    <p:sldId xmlns:r="http://schemas.openxmlformats.org/officeDocument/2006/relationships" id="263" r:id="R89e6f32609224e2d"/>
    <p:sldId xmlns:r="http://schemas.openxmlformats.org/officeDocument/2006/relationships" id="264" r:id="Rd86d041d2a334aa1"/>
    <p:sldId xmlns:r="http://schemas.openxmlformats.org/officeDocument/2006/relationships" id="265" r:id="Rad3e4e86b9c54439"/>
    <p:sldId xmlns:r="http://schemas.openxmlformats.org/officeDocument/2006/relationships" id="266" r:id="Ra58e2f296b51446b"/>
    <p:sldId xmlns:r="http://schemas.openxmlformats.org/officeDocument/2006/relationships" id="267" r:id="Ra8f16b793d2342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d751903c1646b3" /><Relationship Type="http://schemas.openxmlformats.org/officeDocument/2006/relationships/slideMaster" Target="/ppt/slideMasters/slideMaster1.xml" Id="R8bce17edfcde4a6a" /><Relationship Type="http://schemas.openxmlformats.org/officeDocument/2006/relationships/notesMaster" Target="/ppt/notesMasters/notesMaster1.xml" Id="R1aa9e0f143414f3d" /><Relationship Type="http://schemas.openxmlformats.org/officeDocument/2006/relationships/presProps" Target="/ppt/presProps.xml" Id="Rd825c0a50d554399" /><Relationship Type="http://schemas.openxmlformats.org/officeDocument/2006/relationships/tableStyles" Target="/ppt/tableStyles.xml" Id="Rc87f4b47bb134cbd" /><Relationship Type="http://schemas.openxmlformats.org/officeDocument/2006/relationships/slide" Target="/ppt/slides/slide1.xml" Id="Rda32db50e1d74262" /><Relationship Type="http://schemas.openxmlformats.org/officeDocument/2006/relationships/slide" Target="/ppt/slides/slide2.xml" Id="Rd2dd26a7cc0f4c23" /><Relationship Type="http://schemas.openxmlformats.org/officeDocument/2006/relationships/slide" Target="/ppt/slides/slide3.xml" Id="Ra73510b5fa0f4bb2" /><Relationship Type="http://schemas.openxmlformats.org/officeDocument/2006/relationships/slide" Target="/ppt/slides/slide4.xml" Id="Rfc75877829e147aa" /><Relationship Type="http://schemas.openxmlformats.org/officeDocument/2006/relationships/slide" Target="/ppt/slides/slide5.xml" Id="Rd5243baf5a894d6d" /><Relationship Type="http://schemas.openxmlformats.org/officeDocument/2006/relationships/slide" Target="/ppt/slides/slide6.xml" Id="R14bf23332d194a53" /><Relationship Type="http://schemas.openxmlformats.org/officeDocument/2006/relationships/slide" Target="/ppt/slides/slide7.xml" Id="R3670bcc698dc4315" /><Relationship Type="http://schemas.openxmlformats.org/officeDocument/2006/relationships/slide" Target="/ppt/slides/slide8.xml" Id="R89e6f32609224e2d" /><Relationship Type="http://schemas.openxmlformats.org/officeDocument/2006/relationships/slide" Target="/ppt/slides/slide9.xml" Id="Rd86d041d2a334aa1" /><Relationship Type="http://schemas.openxmlformats.org/officeDocument/2006/relationships/slide" Target="/ppt/slides/slide10.xml" Id="Rad3e4e86b9c54439" /><Relationship Type="http://schemas.openxmlformats.org/officeDocument/2006/relationships/slide" Target="/ppt/slides/slide11.xml" Id="Ra58e2f296b51446b" /><Relationship Type="http://schemas.openxmlformats.org/officeDocument/2006/relationships/slide" Target="/ppt/slides/slide12.xml" Id="Ra8f16b793d2342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06e00dd0fc4d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911d9a30d74d14" /><Relationship Type="http://schemas.openxmlformats.org/officeDocument/2006/relationships/notesMaster" Target="/ppt/notesMasters/notesMaster1.xml" Id="R9b6e5c1069734b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2f94d1dad64273" /><Relationship Type="http://schemas.openxmlformats.org/officeDocument/2006/relationships/notesMaster" Target="/ppt/notesMasters/notesMaster1.xml" Id="R1524cdd0699748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c6804e8f534e60" /><Relationship Type="http://schemas.openxmlformats.org/officeDocument/2006/relationships/notesMaster" Target="/ppt/notesMasters/notesMaster1.xml" Id="R1e031e19899f4f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38606189e948cc" /><Relationship Type="http://schemas.openxmlformats.org/officeDocument/2006/relationships/notesMaster" Target="/ppt/notesMasters/notesMaster1.xml" Id="Rbad713a1e20240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a4b8a3a7e84195" /><Relationship Type="http://schemas.openxmlformats.org/officeDocument/2006/relationships/notesMaster" Target="/ppt/notesMasters/notesMaster1.xml" Id="Rd5125b50e4dd4a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427ebc00484928" /><Relationship Type="http://schemas.openxmlformats.org/officeDocument/2006/relationships/notesMaster" Target="/ppt/notesMasters/notesMaster1.xml" Id="Rdd83b1b3223245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2f93e23f3a44be" /><Relationship Type="http://schemas.openxmlformats.org/officeDocument/2006/relationships/notesMaster" Target="/ppt/notesMasters/notesMaster1.xml" Id="Rd09292ae87334f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e3702735cc4327" /><Relationship Type="http://schemas.openxmlformats.org/officeDocument/2006/relationships/notesMaster" Target="/ppt/notesMasters/notesMaster1.xml" Id="Rbe7aad6ded9444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4f6efbc56c4d5d" /><Relationship Type="http://schemas.openxmlformats.org/officeDocument/2006/relationships/notesMaster" Target="/ppt/notesMasters/notesMaster1.xml" Id="R0414182651ec42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3d1e07783d4bd4" /><Relationship Type="http://schemas.openxmlformats.org/officeDocument/2006/relationships/notesMaster" Target="/ppt/notesMasters/notesMaster1.xml" Id="R4b916e515edd4c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0afc20b6ef4db9" /><Relationship Type="http://schemas.openxmlformats.org/officeDocument/2006/relationships/notesMaster" Target="/ppt/notesMasters/notesMaster1.xml" Id="R6d36b63d6d334a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1f4cc5be184086" /><Relationship Type="http://schemas.openxmlformats.org/officeDocument/2006/relationships/notesMaster" Target="/ppt/notesMasters/notesMaster1.xml" Id="R10d0326131e34e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Χρόνος: περίπου 2 λεπτά.</a:t>
            </a:r>
          </a:p>
          <a:p xmlns:a="http://schemas.openxmlformats.org/drawingml/2006/main">
            <a:r>
              <a:t/>
            </a:r>
          </a:p>
          <a:p xmlns:a="http://schemas.openxmlformats.org/drawingml/2006/main">
            <a:r>
              <a:t>Τι λέω:</a:t>
            </a:r>
          </a:p>
          <a:p xmlns:a="http://schemas.openxmlformats.org/drawingml/2006/main">
            <a:r>
              <a:t>Καλησπέρα σας. Πριν ξεκινήσουμε το πρώτο κανονικό μάθημα, θέλω να δούμε καθαρά τι είναι αυτό το μάθημα, πώς θα δουλέψουμε και πού θέλουμε να φτάσουμε. Το αντικείμενό μας είναι τα δίκτυα και η επικοινωνία μέσα στο σύγχρονο όχημα. Δεν θα μείνουμε μόνο στη θεωρία. Κάθε εβδομάδα θα συνδέουμε τις έννοιες με διάγνωση, πραγματικά συμπτώματα και πρακτικές δραστηριότητες στον υπολογιστή.</a:t>
            </a:r>
          </a:p>
          <a:p xmlns:a="http://schemas.openxmlformats.org/drawingml/2006/main">
            <a:r>
              <a:t/>
            </a:r>
          </a:p>
          <a:p xmlns:a="http://schemas.openxmlformats.org/drawingml/2006/main">
            <a:r>
              <a:t>Μετάβαση:</a:t>
            </a:r>
          </a:p>
          <a:p xmlns:a="http://schemas.openxmlformats.org/drawingml/2006/main">
            <a:r>
              <a:t>Ας ξεκινήσουμε από το γιατί χρειαζόμαστε αυτό το μάθημα.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Χρόνος: περίπου 2 λεπτά.</a:t>
            </a:r>
          </a:p>
          <a:p xmlns:a="http://schemas.openxmlformats.org/drawingml/2006/main">
            <a:r>
              <a:t/>
            </a:r>
          </a:p>
          <a:p xmlns:a="http://schemas.openxmlformats.org/drawingml/2006/main">
            <a:r>
              <a:t>Τι λέω:</a:t>
            </a:r>
          </a:p>
          <a:p xmlns:a="http://schemas.openxmlformats.org/drawingml/2006/main">
            <a:r>
              <a:t>Το μάθημα υπάρχει επειδή το σημερινό όχημα δεν είναι μια συλλογή ανεξάρτητων εξαρτημάτων. Είναι ένα σύστημα μονάδων που ανταλλάσσουν πληροφορίες. Ένας αισθητήρας μετρά, μία ή περισσότερες ECU επεξεργάζονται την πληροφορία και ένας ενεργοποιητής εκτελεί. Αν χαθεί η επικοινωνία σε κάποιο σημείο, το σύμπτωμα μπορεί να εμφανιστεί αλλού. Γι’ αυτό ο τεχνικός χρειάζεται να σκέφτεται όχι μόνο “ποιο εξάρτημα χάλασε;”, αλλά και “ποια πληροφορία λείπει, από πού ξεκίνησε και πού έπρεπε να φτάσει;”.</a:t>
            </a:r>
          </a:p>
          <a:p xmlns:a="http://schemas.openxmlformats.org/drawingml/2006/main">
            <a:r>
              <a:t/>
            </a:r>
          </a:p>
          <a:p xmlns:a="http://schemas.openxmlformats.org/drawingml/2006/main">
            <a:r>
              <a:t>Μικρή ερώτηση στην τάξη:</a:t>
            </a:r>
          </a:p>
          <a:p xmlns:a="http://schemas.openxmlformats.org/drawingml/2006/main">
            <a:r>
              <a:t>Ποιο ηλεκτρονικό σύστημα οχήματος έχετε συναντήσει πιο συχνά;</a:t>
            </a:r>
          </a:p>
          <a:p xmlns:a="http://schemas.openxmlformats.org/drawingml/2006/main">
            <a:r>
              <a:t/>
            </a:r>
          </a:p>
          <a:p xmlns:a="http://schemas.openxmlformats.org/drawingml/2006/main">
            <a:r>
              <a:t>Μετάβαση:</a:t>
            </a:r>
          </a:p>
          <a:p xmlns:a="http://schemas.openxmlformats.org/drawingml/2006/main">
            <a:r>
              <a:t>Για να το καταλάβουμε καλύτερα, ας δούμε το όχημα ως ένα κατανεμημένο σύστημα.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Χρόνος: περίπου 3 λεπτά.</a:t>
            </a:r>
          </a:p>
          <a:p xmlns:a="http://schemas.openxmlformats.org/drawingml/2006/main">
            <a:r>
              <a:t/>
            </a:r>
          </a:p>
          <a:p xmlns:a="http://schemas.openxmlformats.org/drawingml/2006/main">
            <a:r>
              <a:t>Τι λέω:</a:t>
            </a:r>
          </a:p>
          <a:p xmlns:a="http://schemas.openxmlformats.org/drawingml/2006/main">
            <a:r>
              <a:t>Σκεφτείτε το όχημα σαν μια μικρή εταιρεία. Υπάρχουν διαφορετικά τμήματα, αλλά όλοι χρειάζονται κοινή γλώσσα και κανόνες επικοινωνίας. Η ECU κινητήρα, το ABS, η μονάδα αμαξώματος και ο πίνακας οργάνων δεν κάνουν την ίδια δουλειά. Παρ’ όλα αυτά, πρέπει να ανταλλάσσουν δεδομένα στον ίδιο δίαυλο. Το μάθημα θα μας δείξει ποιοι είναι αυτοί οι κανόνες, πώς οργανώνονται τα μηνύματα και τι συμβαίνει όταν κάτι διακοπεί.</a:t>
            </a:r>
          </a:p>
          <a:p xmlns:a="http://schemas.openxmlformats.org/drawingml/2006/main">
            <a:r>
              <a:t/>
            </a:r>
          </a:p>
          <a:p xmlns:a="http://schemas.openxmlformats.org/drawingml/2006/main">
            <a:r>
              <a:t>Παράδειγμα:</a:t>
            </a:r>
          </a:p>
          <a:p xmlns:a="http://schemas.openxmlformats.org/drawingml/2006/main">
            <a:r>
              <a:t>Η ταχύτητα οχήματος μπορεί να ξεκινά από τους αισθητήρες τροχών, να υπολογίζεται από το ABS και να χρησιμοποιείται από τον πίνακα οργάνων, την ECU και άλλα συστήματα.</a:t>
            </a:r>
          </a:p>
          <a:p xmlns:a="http://schemas.openxmlformats.org/drawingml/2006/main">
            <a:r>
              <a:t/>
            </a:r>
          </a:p>
          <a:p xmlns:a="http://schemas.openxmlformats.org/drawingml/2006/main">
            <a:r>
              <a:t>Μετάβαση:</a:t>
            </a:r>
          </a:p>
          <a:p xmlns:a="http://schemas.openxmlformats.org/drawingml/2006/main">
            <a:r>
              <a:t>Αυτό το μεγάλο θέμα θα το χτίσουμε βήμα βήμα σε δεκαπέντε μαθήματα.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Χρόνος: περίπου 2 λεπτά.</a:t>
            </a:r>
          </a:p>
          <a:p xmlns:a="http://schemas.openxmlformats.org/drawingml/2006/main">
            <a:r>
              <a:t/>
            </a:r>
          </a:p>
          <a:p xmlns:a="http://schemas.openxmlformats.org/drawingml/2006/main">
            <a:r>
              <a:t>Τι λέω:</a:t>
            </a:r>
          </a:p>
          <a:p xmlns:a="http://schemas.openxmlformats.org/drawingml/2006/main">
            <a:r>
              <a:t>Η ύλη είναι οργανωμένη σε πέντε καθαρά βήματα. Στα πρώτα τέσσερα μαθήματα χτίζουμε το λεξιλόγιο και τις βασικές αρχές. Μετά αφιερώνουμε τρία μαθήματα στο CAN Bus, επειδή είναι το βασικό δίκτυο που θα συναντήσετε. Στη συνέχεια βλέπουμε τα υπόλοιπα δίκτυα και τη διαχείριση δεδομένων. Τα μαθήματα έντεκα έως δεκατρία είναι έντονα διαγνωστικά: OBD, κωδικοί, ζωντανές τιμές και βλάβες επικοινωνίας. Τέλος, ανοίγουμε το θέμα του συνδεδεμένου οχήματος και κάνουμε συνολική αξιολόγηση.</a:t>
            </a:r>
          </a:p>
          <a:p xmlns:a="http://schemas.openxmlformats.org/drawingml/2006/main">
            <a:r>
              <a:t/>
            </a:r>
          </a:p>
          <a:p xmlns:a="http://schemas.openxmlformats.org/drawingml/2006/main">
            <a:r>
              <a:t>Μετάβαση:</a:t>
            </a:r>
          </a:p>
          <a:p xmlns:a="http://schemas.openxmlformats.org/drawingml/2006/main">
            <a:r>
              <a:t>Ας δούμε λίγο πιο συγκεκριμένα τι περιλαμβάνει καθεμία από αυτές τις ενότητες.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Χρόνος: περίπου 2 λεπτά.</a:t>
            </a:r>
          </a:p>
          <a:p xmlns:a="http://schemas.openxmlformats.org/drawingml/2006/main">
            <a:r>
              <a:t/>
            </a:r>
          </a:p>
          <a:p xmlns:a="http://schemas.openxmlformats.org/drawingml/2006/main">
            <a:r>
              <a:t>Τι λέω:</a:t>
            </a:r>
          </a:p>
          <a:p xmlns:a="http://schemas.openxmlformats.org/drawingml/2006/main">
            <a:r>
              <a:t>Στην πρώτη ενότητα δεν βιαζόμαστε να πάμε κατευθείαν σε μετρήσεις. Πρώτα θέλω να μιλάμε όλοι την ίδια γλώσσα. Θα ξεχωρίσουμε το σήμα από το δεδομένο και το δεδομένο από το μήνυμα. Θα δούμε τι είναι κόμβος, δίαυλος, τοπολογία, υποδίκτυο και gateway. Στο τέλος αυτής της ενότητας θα μπορείτε να πάρετε μια λειτουργία του οχήματος και να περιγράψετε από πού έρχεται η πληροφορία, ποια μονάδα την επεξεργάζεται και πού χρησιμοποιείται.</a:t>
            </a:r>
          </a:p>
          <a:p xmlns:a="http://schemas.openxmlformats.org/drawingml/2006/main">
            <a:r>
              <a:t/>
            </a:r>
          </a:p>
          <a:p xmlns:a="http://schemas.openxmlformats.org/drawingml/2006/main">
            <a:r>
              <a:t>Μετάβαση:</a:t>
            </a:r>
          </a:p>
          <a:p xmlns:a="http://schemas.openxmlformats.org/drawingml/2006/main">
            <a:r>
              <a:t>Με αυτή τη βάση θα μπούμε στο σημαντικότερο πρωτόκολλο της ύλης: το CAN Bus.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Χρόνος: περίπου 2 λεπτά.</a:t>
            </a:r>
          </a:p>
          <a:p xmlns:a="http://schemas.openxmlformats.org/drawingml/2006/main">
            <a:r>
              <a:t/>
            </a:r>
          </a:p>
          <a:p xmlns:a="http://schemas.openxmlformats.org/drawingml/2006/main">
            <a:r>
              <a:t>Τι λέω:</a:t>
            </a:r>
          </a:p>
          <a:p xmlns:a="http://schemas.openxmlformats.org/drawingml/2006/main">
            <a:r>
              <a:t>Στο CAN Bus θα κινηθούμε από το λογικό στο φυσικό επίπεδο. Πρώτα θα δούμε πώς είναι χτισμένο ένα πλαίσιο και τι σημαίνει το αναγνωριστικό. Μετά θα καταλάβουμε πώς αποφασίζεται ποιο μήνυμα έχει προτεραιότητα. Τέλος θα περάσουμε στις γραμμές CAN High και CAN Low, στον τερματισμό και στις βλάβες. Θέλω όταν βλέπετε ένα πρόβλημα επικοινωνίας να μπορείτε να συνδέετε τον κωδικό βλάβης με αυτό που συμβαίνει πραγματικά στον δίαυλο.</a:t>
            </a:r>
          </a:p>
          <a:p xmlns:a="http://schemas.openxmlformats.org/drawingml/2006/main">
            <a:r>
              <a:t/>
            </a:r>
          </a:p>
          <a:p xmlns:a="http://schemas.openxmlformats.org/drawingml/2006/main">
            <a:r>
              <a:t>Μετάβαση:</a:t>
            </a:r>
          </a:p>
          <a:p xmlns:a="http://schemas.openxmlformats.org/drawingml/2006/main">
            <a:r>
              <a:t>Το CAN είναι βασικό, αλλά δεν είναι το μοναδικό δίκτυο του οχήματος.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Χρόνος: περίπου 2 λεπτά.</a:t>
            </a:r>
          </a:p>
          <a:p xmlns:a="http://schemas.openxmlformats.org/drawingml/2006/main">
            <a:r>
              <a:t/>
            </a:r>
          </a:p>
          <a:p xmlns:a="http://schemas.openxmlformats.org/drawingml/2006/main">
            <a:r>
              <a:t>Τι λέω:</a:t>
            </a:r>
          </a:p>
          <a:p xmlns:a="http://schemas.openxmlformats.org/drawingml/2006/main">
            <a:r>
              <a:t>Στην τρίτη ενότητα θα γνωρίσουμε το LIN, παλαιότερα πρωτόκολλα όπως J1850 και PCI Bus, το MOST, το FlexRay και το Automotive Ethernet. Δεν έχει νόημα να αποστηθίσουμε απλώς ονόματα. Θα συγκρίνουμε κάθε τεχνολογία ως προς την ταχύτητα, το κόστος, την πολυπλοκότητα και τη χρήση της. Παράλληλα θα δούμε πώς οργανώνονται και αξιοποιούνται τα δεδομένα που παράγουν όλα αυτά τα δίκτυα.</a:t>
            </a:r>
          </a:p>
          <a:p xmlns:a="http://schemas.openxmlformats.org/drawingml/2006/main">
            <a:r>
              <a:t/>
            </a:r>
          </a:p>
          <a:p xmlns:a="http://schemas.openxmlformats.org/drawingml/2006/main">
            <a:r>
              <a:t>Ερώτηση στην τάξη:</a:t>
            </a:r>
          </a:p>
          <a:p xmlns:a="http://schemas.openxmlformats.org/drawingml/2006/main">
            <a:r>
              <a:t>Γιατί δεν χρησιμοποιούμε παντού το πιο γρήγορο και ακριβό δίκτυο;</a:t>
            </a:r>
          </a:p>
          <a:p xmlns:a="http://schemas.openxmlformats.org/drawingml/2006/main">
            <a:r>
              <a:t/>
            </a:r>
          </a:p>
          <a:p xmlns:a="http://schemas.openxmlformats.org/drawingml/2006/main">
            <a:r>
              <a:t>Μετάβαση:</a:t>
            </a:r>
          </a:p>
          <a:p xmlns:a="http://schemas.openxmlformats.org/drawingml/2006/main">
            <a:r>
              <a:t>Αφού γνωρίσουμε πώς ταξιδεύουν τα δεδομένα, θα τα χρησιμοποιήσουμε για διάγνωση.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Χρόνος: περίπου 2 λεπτά.</a:t>
            </a:r>
          </a:p>
          <a:p xmlns:a="http://schemas.openxmlformats.org/drawingml/2006/main">
            <a:r>
              <a:t/>
            </a:r>
          </a:p>
          <a:p xmlns:a="http://schemas.openxmlformats.org/drawingml/2006/main">
            <a:r>
              <a:t>Τι λέω:</a:t>
            </a:r>
          </a:p>
          <a:p xmlns:a="http://schemas.openxmlformats.org/drawingml/2006/main">
            <a:r>
              <a:t>Εδώ η ύλη γίνεται ξεκάθαρα διαγνωστική. Θα μάθουμε πώς διαβάζουμε έναν κωδικό DTC, τι μας λένε οι ζωντανές τιμές, τι κρατά το Freeze Frame και πώς ελέγχουμε μια βλάβη δικτύου. Η διαδικασία που θέλω να συνηθίσουμε είναι: παρατηρώ το σύμπτωμα, συλλέγω δεδομένα, διατυπώνω υπόθεση και μετά κάνω έλεγχο. Δεν αλλάζουμε εξαρτήματα στην τύχη και δεν θεωρούμε ότι ένας κωδικός μάς δίνει έτοιμη τη λύση.</a:t>
            </a:r>
          </a:p>
          <a:p xmlns:a="http://schemas.openxmlformats.org/drawingml/2006/main">
            <a:r>
              <a:t/>
            </a:r>
          </a:p>
          <a:p xmlns:a="http://schemas.openxmlformats.org/drawingml/2006/main">
            <a:r>
              <a:t>Μετάβαση:</a:t>
            </a:r>
          </a:p>
          <a:p xmlns:a="http://schemas.openxmlformats.org/drawingml/2006/main">
            <a:r>
              <a:t>Στο τέλος του εξαμήνου θα συνδέσουμε αυτή τη διαγνωστική λογική με το όχημα που επικοινωνεί και έξω από το ίδιο το αυτοκίνητο.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Χρόνος: περίπου 2 λεπτά.</a:t>
            </a:r>
          </a:p>
          <a:p xmlns:a="http://schemas.openxmlformats.org/drawingml/2006/main">
            <a:r>
              <a:t/>
            </a:r>
          </a:p>
          <a:p xmlns:a="http://schemas.openxmlformats.org/drawingml/2006/main">
            <a:r>
              <a:t>Τι λέω:</a:t>
            </a:r>
          </a:p>
          <a:p xmlns:a="http://schemas.openxmlformats.org/drawingml/2006/main">
            <a:r>
              <a:t>Στην τελευταία ενότητα θα δούμε ότι το δίκτυο του οχήματος δεν σταματά πια μέσα στο αυτοκίνητο. Υπάρχει τηλεματική, επικοινωνία με υποδομές και άλλα οχήματα, ενημερώσεις και ανταλλαγή δεδομένων. Αυτό φέρνει νέες δυνατότητες αλλά και θέματα ασφάλειας. Στο τελευταίο μάθημα θα κάνουμε συνολική σύνθεση και αξιολόγηση με σενάρια. Το ζητούμενο δεν θα είναι απλή απομνημόνευση, αλλά να εξηγείτε τη σκέψη σας.</a:t>
            </a:r>
          </a:p>
          <a:p xmlns:a="http://schemas.openxmlformats.org/drawingml/2006/main">
            <a:r>
              <a:t/>
            </a:r>
          </a:p>
          <a:p xmlns:a="http://schemas.openxmlformats.org/drawingml/2006/main">
            <a:r>
              <a:t>Μετάβαση:</a:t>
            </a:r>
          </a:p>
          <a:p xmlns:a="http://schemas.openxmlformats.org/drawingml/2006/main">
            <a:r>
              <a:t>Για να φτάσουμε εκεί, κάθε εβδομάδα θα ακολουθούμε μια σταθερή διαδικασία.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Χρόνος: περίπου 3 λεπτά.</a:t>
            </a:r>
          </a:p>
          <a:p xmlns:a="http://schemas.openxmlformats.org/drawingml/2006/main">
            <a:r>
              <a:t/>
            </a:r>
          </a:p>
          <a:p xmlns:a="http://schemas.openxmlformats.org/drawingml/2006/main">
            <a:r>
              <a:t>Τι λέω:</a:t>
            </a:r>
          </a:p>
          <a:p xmlns:a="http://schemas.openxmlformats.org/drawingml/2006/main">
            <a:r>
              <a:t>Κάθε συνάντηση είναι τετράωρη, αλλά δεν θα είναι τέσσερις συνεχόμενες ώρες διάλεξης. Θα ξεκινάμε με περίπου ενενήντα λεπτά θεωρίας και παραδείγματα. Μετά θα περνάμε σε σενάριο και εργαστηριακή δραστηριότητα στον υπολογιστή. Θα χρησιμοποιούμε φύλλο εργασίας για να καταγράφουμε παρατηρήσεις και στο τέλος θα υπάρχει σύντομο τεστ αυτοελέγχου. Το τεστ δεν είναι παγίδα. Είναι τρόπος να δούμε αμέσως τι κατανοήσαμε και τι χρειάζεται επανάληψη.</a:t>
            </a:r>
          </a:p>
          <a:p xmlns:a="http://schemas.openxmlformats.org/drawingml/2006/main">
            <a:r>
              <a:t/>
            </a:r>
          </a:p>
          <a:p xmlns:a="http://schemas.openxmlformats.org/drawingml/2006/main">
            <a:r>
              <a:t>Πρακτική διευκρίνιση:</a:t>
            </a:r>
          </a:p>
          <a:p xmlns:a="http://schemas.openxmlformats.org/drawingml/2006/main">
            <a:r>
              <a:t>Να έχετε μαζί σας ένα τετράδιο ή ψηφιακές σημειώσεις και, όταν σας δοθούν αρχεία, να τα κρατάτε οργανωμένα ανά μάθημα.</a:t>
            </a:r>
          </a:p>
          <a:p xmlns:a="http://schemas.openxmlformats.org/drawingml/2006/main">
            <a:r>
              <a:t/>
            </a:r>
          </a:p>
          <a:p xmlns:a="http://schemas.openxmlformats.org/drawingml/2006/main">
            <a:r>
              <a:t>Μετάβαση:</a:t>
            </a:r>
          </a:p>
          <a:p xmlns:a="http://schemas.openxmlformats.org/drawingml/2006/main">
            <a:r>
              <a:t>Ας ξεκαθαρίσουμε τώρα τι ακριβώς θέλω να μπορείτε να κάνετε στο τέλος.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Χρόνος: περίπου 3 λεπτά.</a:t>
            </a:r>
          </a:p>
          <a:p xmlns:a="http://schemas.openxmlformats.org/drawingml/2006/main">
            <a:r>
              <a:t/>
            </a:r>
          </a:p>
          <a:p xmlns:a="http://schemas.openxmlformats.org/drawingml/2006/main">
            <a:r>
              <a:t>Τι λέω:</a:t>
            </a:r>
          </a:p>
          <a:p xmlns:a="http://schemas.openxmlformats.org/drawingml/2006/main">
            <a:r>
              <a:t>Στο τέλος του μαθήματος θέλω να μπορείτε να κάνετε έξι πράγματα. Πρώτον, να εξηγείτε γιατί χρειάζεται δικτύωση στο όχημα. Δεύτερον, να αναγνωρίζετε τα βασικά πρωτόκολλα και τη χρήση τους. Τρίτον, να διαβάζετε τη λογική ενός μηνύματος και της διαδρομής του. Τέταρτον, να συνδέετε κωδικούς βλάβης με πραγματικά δεδομένα. Πέμπτον, να οργανώνετε έναν έλεγχο με σειρά και όχι τυχαία. Και έκτον, να τεκμηριώνετε γιατί καταλήξατε σε ένα συμπέρασμα. Αυτό το τελευταίο είναι πολύ σημαντικό: σωστή διάγνωση δεν είναι μόνο να βρούμε τη βλάβη, αλλά να μπορούμε να εξηγήσουμε πώς τη βρήκαμε.</a:t>
            </a:r>
          </a:p>
          <a:p xmlns:a="http://schemas.openxmlformats.org/drawingml/2006/main">
            <a:r>
              <a:t/>
            </a:r>
          </a:p>
          <a:p xmlns:a="http://schemas.openxmlformats.org/drawingml/2006/main">
            <a:r>
              <a:t>Μετάβαση:</a:t>
            </a:r>
          </a:p>
          <a:p xmlns:a="http://schemas.openxmlformats.org/drawingml/2006/main">
            <a:r>
              <a:t>Πριν μπούμε στο πρώτο μάθημα, θέλω να δω τι εμπειρίες και παραστάσεις υπάρχουν ήδη στην ομάδα.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Χρόνος: περίπου 3–5 λεπτά, ανάλογα με τη συμμετοχή.</a:t>
            </a:r>
          </a:p>
          <a:p xmlns:a="http://schemas.openxmlformats.org/drawingml/2006/main">
            <a:r>
              <a:t/>
            </a:r>
          </a:p>
          <a:p xmlns:a="http://schemas.openxmlformats.org/drawingml/2006/main">
            <a:r>
              <a:t>Τι λέω:</a:t>
            </a:r>
          </a:p>
          <a:p xmlns:a="http://schemas.openxmlformats.org/drawingml/2006/main">
            <a:r>
              <a:t>Πριν προχωρήσουμε, θέλω να ακούσω τι εμπειρία υπάρχει ήδη στην αίθουσα. Δεν είναι τεστ και δεν βαθμολογείται. Πείτε μου πρώτα ποιες ηλεκτρονικές μονάδες έχετε συναντήσει. Μετά, ποιους αισθητήρες ή ενεργοποιητές γνωρίζετε. Έχει χρησιμοποιήσει κάποιος διαγνωστικό OBD; Και τέλος, όταν ένα διαγνωστικό γράφει “καμία επικοινωνία”, τι νομίζετε ότι μπορεί να φταίει;</a:t>
            </a:r>
          </a:p>
          <a:p xmlns:a="http://schemas.openxmlformats.org/drawingml/2006/main">
            <a:r>
              <a:t/>
            </a:r>
          </a:p>
          <a:p xmlns:a="http://schemas.openxmlformats.org/drawingml/2006/main">
            <a:r>
              <a:t>Κατά τη συζήτηση:</a:t>
            </a:r>
          </a:p>
          <a:p xmlns:a="http://schemas.openxmlformats.org/drawingml/2006/main">
            <a:r>
              <a:t>Καταγράφω στον πίνακα λέξεις-κλειδιά χωρίς να διορθώνω αμέσως κάθε απάντηση. Ομαδοποιώ όσα λένε σε αισθητήρες, ECU, ενεργοποιητές, καλωδίωση και επικοινωνία.</a:t>
            </a:r>
          </a:p>
          <a:p xmlns:a="http://schemas.openxmlformats.org/drawingml/2006/main">
            <a:r>
              <a:t/>
            </a:r>
          </a:p>
          <a:p xmlns:a="http://schemas.openxmlformats.org/drawingml/2006/main">
            <a:r>
              <a:t>Κλείσιμο:</a:t>
            </a:r>
          </a:p>
          <a:p xmlns:a="http://schemas.openxmlformats.org/drawingml/2006/main">
            <a:r>
              <a:t>Ωραία. Τώρα γνωρίζουμε και τη διαδρομή του εξαμήνου και τι εμπειρίες υπάρχουν στην ομάδα. Ξεκινάμε το Μάθημα 1 από τη βασική αλυσίδα: αισθητήρας, ECU, ενεργοποιητής.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becee40ef648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14fa406ae94849" /><Relationship Type="http://schemas.openxmlformats.org/officeDocument/2006/relationships/slideLayout" Target="/ppt/slideLayouts/slideLayout1.xml" Id="R7ce1af79aa2d41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e1af79aa2d41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e08a492d5f4b9b" /><Relationship Type="http://schemas.openxmlformats.org/officeDocument/2006/relationships/notesSlide" Target="/ppt/notesSlides/notesSlide1.xml" Id="Ra185278f04a942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91f99c2c1c49dd" /><Relationship Type="http://schemas.openxmlformats.org/officeDocument/2006/relationships/notesSlide" Target="/ppt/notesSlides/notesSlide2.xml" Id="R86f6c9efcc3d41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cf1ef1d7d94b50" /><Relationship Type="http://schemas.openxmlformats.org/officeDocument/2006/relationships/notesSlide" Target="/ppt/notesSlides/notesSlide3.xml" Id="R50a6f3895d1943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26d592adb374df9" /><Relationship Type="http://schemas.openxmlformats.org/officeDocument/2006/relationships/notesSlide" Target="/ppt/notesSlides/notesSlide4.xml" Id="Rc1316322ee2e40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b928ef25e24fa1" /><Relationship Type="http://schemas.openxmlformats.org/officeDocument/2006/relationships/notesSlide" Target="/ppt/notesSlides/notesSlide5.xml" Id="R31b67c89078b42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1242ab2cd9405d" /><Relationship Type="http://schemas.openxmlformats.org/officeDocument/2006/relationships/notesSlide" Target="/ppt/notesSlides/notesSlide6.xml" Id="R760a91fc88bd47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00dba3498349ca" /><Relationship Type="http://schemas.openxmlformats.org/officeDocument/2006/relationships/notesSlide" Target="/ppt/notesSlides/notesSlide7.xml" Id="R14954f83fe744c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be16d2278d74026" /><Relationship Type="http://schemas.openxmlformats.org/officeDocument/2006/relationships/notesSlide" Target="/ppt/notesSlides/notesSlide8.xml" Id="Rb786c4d7428046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52350104664b20" /><Relationship Type="http://schemas.openxmlformats.org/officeDocument/2006/relationships/notesSlide" Target="/ppt/notesSlides/notesSlide9.xml" Id="R00611773020d4d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99878b8fc846b5" /><Relationship Type="http://schemas.openxmlformats.org/officeDocument/2006/relationships/notesSlide" Target="/ppt/notesSlides/notesSlide10.xml" Id="Re9845bddd4394e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052114894174648" /><Relationship Type="http://schemas.openxmlformats.org/officeDocument/2006/relationships/notesSlide" Target="/ppt/notesSlides/notesSlide11.xml" Id="R6f451f8e671642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95febebc1b645b8" /><Relationship Type="http://schemas.openxmlformats.org/officeDocument/2006/relationships/notesSlide" Target="/ppt/notesSlides/notesSlide12.xml" Id="R531c89f178ae4c0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1DA865B-047A-4D03-A3AC-A5F6BC0928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426"/>
          </a:solidFill>
          <a:ln xmlns:a="http://schemas.openxmlformats.org/drawingml/2006/main" w="0">
            <a:solidFill>
              <a:srgbClr val="071426"/>
            </a:solidFill>
          </a:ln>
        </p:spPr>
      </p:sp>
      <p:sp>
        <p:nvSpPr>
          <p:cNvPr id="2" name="">
            <a:extLst xmlns:a="http://schemas.openxmlformats.org/drawingml/2006/main">
              <a:ext uri="{FF2B5EF4-FFF2-40B4-BE49-F238E27FC236}">
                <a16:creationId xmlns:a16="http://schemas.microsoft.com/office/drawing/2014/main" id="{F9758A04-D2ED-45E2-BA72-C20723C9616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0C5E8"/>
          </a:solidFill>
          <a:ln xmlns:a="http://schemas.openxmlformats.org/drawingml/2006/main" w="0">
            <a:solidFill>
              <a:srgbClr val="20C5E8"/>
            </a:solidFill>
          </a:ln>
        </p:spPr>
      </p:sp>
      <p:sp>
        <p:nvSpPr>
          <p:cNvPr id="3" name="">
            <a:extLst xmlns:a="http://schemas.openxmlformats.org/drawingml/2006/main">
              <a:ext uri="{FF2B5EF4-FFF2-40B4-BE49-F238E27FC236}">
                <a16:creationId xmlns:a16="http://schemas.microsoft.com/office/drawing/2014/main" id="{37BD28BE-FFBA-4294-8E7F-7E1D992B36B0}"/>
              </a:ext>
            </a:extLst>
          </p:cNvPr>
          <p:cNvSpPr>
            <a:spLocks xmlns:a="http://schemas.openxmlformats.org/drawingml/2006/main" noGrp="1"/>
          </p:cNvSpPr>
          <p:nvPr/>
        </p:nvSpPr>
        <p:spPr>
          <a:xfrm xmlns:a="http://schemas.openxmlformats.org/drawingml/2006/main">
            <a:off x="685800" y="666750"/>
            <a:ext cx="476250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20C5E8"/>
                </a:solidFill>
                <a:latin typeface="DejaVu Sans"/>
                <a:ea typeface="DejaVu Sans"/>
                <a:cs typeface="DejaVu Sans"/>
              </a:defRPr>
            </a:pPr>
            <a:r>
              <a:rPr sz="975" b="1">
                <a:solidFill>
                  <a:srgbClr val="20C5E8"/>
                </a:solidFill>
                <a:latin typeface="DejaVu Sans"/>
                <a:ea typeface="DejaVu Sans"/>
                <a:cs typeface="DejaVu Sans"/>
              </a:rPr>
              <a:t>ΕΙΣΑΓΩΓΙΚΗ ΠΑΡΟΥΣΙΑΣΗ</a:t>
            </a:r>
          </a:p>
        </p:txBody>
      </p:sp>
      <p:sp>
        <p:nvSpPr>
          <p:cNvPr id="4" name="">
            <a:extLst xmlns:a="http://schemas.openxmlformats.org/drawingml/2006/main">
              <a:ext uri="{FF2B5EF4-FFF2-40B4-BE49-F238E27FC236}">
                <a16:creationId xmlns:a16="http://schemas.microsoft.com/office/drawing/2014/main" id="{0E47FEF0-095B-4E27-9687-9E00BE8A4B90}"/>
              </a:ext>
            </a:extLst>
          </p:cNvPr>
          <p:cNvSpPr>
            <a:spLocks xmlns:a="http://schemas.openxmlformats.org/drawingml/2006/main" noGrp="1"/>
          </p:cNvSpPr>
          <p:nvPr/>
        </p:nvSpPr>
        <p:spPr>
          <a:xfrm xmlns:a="http://schemas.openxmlformats.org/drawingml/2006/main">
            <a:off x="685800" y="1200150"/>
            <a:ext cx="6667500" cy="1428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F7FAFD"/>
                </a:solidFill>
                <a:latin typeface="DejaVu Sans"/>
                <a:ea typeface="DejaVu Sans"/>
                <a:cs typeface="DejaVu Sans"/>
              </a:defRPr>
            </a:pPr>
            <a:r>
              <a:rPr sz="3600" b="1">
                <a:solidFill>
                  <a:srgbClr val="F7FAFD"/>
                </a:solidFill>
                <a:latin typeface="DejaVu Sans"/>
                <a:ea typeface="DejaVu Sans"/>
                <a:cs typeface="DejaVu Sans"/>
              </a:rPr>
              <a:t>Γνωριμία με</a:t>
            </a:r>
          </a:p>
          <a:p xmlns:a="http://schemas.openxmlformats.org/drawingml/2006/main">
            <a:pPr algn="l">
              <a:defRPr sz="3600" b="1">
                <a:solidFill>
                  <a:srgbClr val="F7FAFD"/>
                </a:solidFill>
                <a:latin typeface="DejaVu Sans"/>
                <a:ea typeface="DejaVu Sans"/>
                <a:cs typeface="DejaVu Sans"/>
              </a:defRPr>
            </a:pPr>
            <a:r>
              <a:rPr sz="3600" b="1">
                <a:solidFill>
                  <a:srgbClr val="F7FAFD"/>
                </a:solidFill>
                <a:latin typeface="DejaVu Sans"/>
                <a:ea typeface="DejaVu Sans"/>
                <a:cs typeface="DejaVu Sans"/>
              </a:rPr>
              <a:t>το μάθημα</a:t>
            </a:r>
          </a:p>
        </p:txBody>
      </p:sp>
      <p:sp>
        <p:nvSpPr>
          <p:cNvPr id="5" name="">
            <a:extLst xmlns:a="http://schemas.openxmlformats.org/drawingml/2006/main">
              <a:ext uri="{FF2B5EF4-FFF2-40B4-BE49-F238E27FC236}">
                <a16:creationId xmlns:a16="http://schemas.microsoft.com/office/drawing/2014/main" id="{8E031B4F-C7C5-4A93-95D6-BA979D03A850}"/>
              </a:ext>
            </a:extLst>
          </p:cNvPr>
          <p:cNvSpPr>
            <a:spLocks xmlns:a="http://schemas.openxmlformats.org/drawingml/2006/main" noGrp="1"/>
          </p:cNvSpPr>
          <p:nvPr/>
        </p:nvSpPr>
        <p:spPr>
          <a:xfrm xmlns:a="http://schemas.openxmlformats.org/drawingml/2006/main">
            <a:off x="723900" y="2819400"/>
            <a:ext cx="6762750" cy="428625"/>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9CADC2"/>
                </a:solidFill>
                <a:latin typeface="DejaVu Sans"/>
                <a:ea typeface="DejaVu Sans"/>
                <a:cs typeface="DejaVu Sans"/>
              </a:defRPr>
            </a:pPr>
            <a:r>
              <a:rPr sz="1800" b="0">
                <a:solidFill>
                  <a:srgbClr val="9CADC2"/>
                </a:solidFill>
                <a:latin typeface="DejaVu Sans"/>
                <a:ea typeface="DejaVu Sans"/>
                <a:cs typeface="DejaVu Sans"/>
              </a:rPr>
              <a:t>Δίκτυα και Επικοινωνία Οχημάτων</a:t>
            </a:r>
          </a:p>
        </p:txBody>
      </p:sp>
      <p:sp>
        <p:nvSpPr>
          <p:cNvPr id="6" name="">
            <a:extLst xmlns:a="http://schemas.openxmlformats.org/drawingml/2006/main">
              <a:ext uri="{FF2B5EF4-FFF2-40B4-BE49-F238E27FC236}">
                <a16:creationId xmlns:a16="http://schemas.microsoft.com/office/drawing/2014/main" id="{598454A1-181D-4C79-8BC2-DB61AB6B00B3}"/>
              </a:ext>
            </a:extLst>
          </p:cNvPr>
          <p:cNvSpPr>
            <a:spLocks xmlns:a="http://schemas.openxmlformats.org/drawingml/2006/main" noGrp="1"/>
          </p:cNvSpPr>
          <p:nvPr/>
        </p:nvSpPr>
        <p:spPr>
          <a:xfrm xmlns:a="http://schemas.openxmlformats.org/drawingml/2006/main">
            <a:off x="723900" y="3562350"/>
            <a:ext cx="5334000" cy="14288"/>
          </a:xfrm>
          <a:prstGeom xmlns:a="http://schemas.openxmlformats.org/drawingml/2006/main" prst="rect">
            <a:avLst/>
          </a:prstGeom>
          <a:solidFill xmlns:a="http://schemas.openxmlformats.org/drawingml/2006/main">
            <a:srgbClr val="1A4662"/>
          </a:solidFill>
          <a:ln xmlns:a="http://schemas.openxmlformats.org/drawingml/2006/main" w="0">
            <a:solidFill>
              <a:srgbClr val="1A4662"/>
            </a:solidFill>
          </a:ln>
        </p:spPr>
      </p:sp>
      <p:sp>
        <p:nvSpPr>
          <p:cNvPr id="7" name="">
            <a:extLst xmlns:a="http://schemas.openxmlformats.org/drawingml/2006/main">
              <a:ext uri="{FF2B5EF4-FFF2-40B4-BE49-F238E27FC236}">
                <a16:creationId xmlns:a16="http://schemas.microsoft.com/office/drawing/2014/main" id="{51E40991-1A57-4250-88B2-C39086DB308C}"/>
              </a:ext>
            </a:extLst>
          </p:cNvPr>
          <p:cNvSpPr>
            <a:spLocks xmlns:a="http://schemas.openxmlformats.org/drawingml/2006/main" noGrp="1"/>
          </p:cNvSpPr>
          <p:nvPr/>
        </p:nvSpPr>
        <p:spPr>
          <a:xfrm xmlns:a="http://schemas.openxmlformats.org/drawingml/2006/main">
            <a:off x="723900" y="3810000"/>
            <a:ext cx="15240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15 μαθήματα</a:t>
            </a:r>
          </a:p>
        </p:txBody>
      </p:sp>
      <p:sp>
        <p:nvSpPr>
          <p:cNvPr id="8" name="">
            <a:extLst xmlns:a="http://schemas.openxmlformats.org/drawingml/2006/main">
              <a:ext uri="{FF2B5EF4-FFF2-40B4-BE49-F238E27FC236}">
                <a16:creationId xmlns:a16="http://schemas.microsoft.com/office/drawing/2014/main" id="{919FC625-F4EC-4B83-BB6F-9C8CE662511D}"/>
              </a:ext>
            </a:extLst>
          </p:cNvPr>
          <p:cNvSpPr>
            <a:spLocks xmlns:a="http://schemas.openxmlformats.org/drawingml/2006/main" noGrp="1"/>
          </p:cNvSpPr>
          <p:nvPr/>
        </p:nvSpPr>
        <p:spPr>
          <a:xfrm xmlns:a="http://schemas.openxmlformats.org/drawingml/2006/main">
            <a:off x="2266950" y="3810000"/>
            <a:ext cx="40005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9CADC2"/>
                </a:solidFill>
                <a:latin typeface="DejaVu Sans"/>
                <a:ea typeface="DejaVu Sans"/>
                <a:cs typeface="DejaVu Sans"/>
              </a:defRPr>
            </a:pPr>
            <a:r>
              <a:rPr sz="1275" b="0">
                <a:solidFill>
                  <a:srgbClr val="9CADC2"/>
                </a:solidFill>
                <a:latin typeface="DejaVu Sans"/>
                <a:ea typeface="DejaVu Sans"/>
                <a:cs typeface="DejaVu Sans"/>
              </a:rPr>
              <a:t>2 ώρες θεωρία + 2 ώρες εργαστήριο</a:t>
            </a:r>
          </a:p>
        </p:txBody>
      </p:sp>
      <p:sp>
        <p:nvSpPr>
          <p:cNvPr id="9" name="">
            <a:extLst xmlns:a="http://schemas.openxmlformats.org/drawingml/2006/main">
              <a:ext uri="{FF2B5EF4-FFF2-40B4-BE49-F238E27FC236}">
                <a16:creationId xmlns:a16="http://schemas.microsoft.com/office/drawing/2014/main" id="{DF4BF1D9-71F2-44C4-AAA7-BAF97C0E6E8C}"/>
              </a:ext>
            </a:extLst>
          </p:cNvPr>
          <p:cNvSpPr>
            <a:spLocks xmlns:a="http://schemas.openxmlformats.org/drawingml/2006/main" noGrp="1"/>
          </p:cNvSpPr>
          <p:nvPr/>
        </p:nvSpPr>
        <p:spPr>
          <a:xfrm xmlns:a="http://schemas.openxmlformats.org/drawingml/2006/main">
            <a:off x="8286750" y="1285875"/>
            <a:ext cx="2476500" cy="2476500"/>
          </a:xfrm>
          <a:prstGeom xmlns:a="http://schemas.openxmlformats.org/drawingml/2006/main" prst="roundRect">
            <a:avLst>
              <a:gd name="adj" fmla="val 3077"/>
            </a:avLst>
          </a:prstGeom>
          <a:solidFill xmlns:a="http://schemas.openxmlformats.org/drawingml/2006/main">
            <a:srgbClr val="0B1D33"/>
          </a:solidFill>
          <a:ln xmlns:a="http://schemas.openxmlformats.org/drawingml/2006/main" w="14288">
            <a:solidFill>
              <a:srgbClr val="1A4662"/>
            </a:solidFill>
          </a:ln>
        </p:spPr>
      </p:sp>
      <p:sp>
        <p:nvSpPr>
          <p:cNvPr id="10" name="">
            <a:extLst xmlns:a="http://schemas.openxmlformats.org/drawingml/2006/main">
              <a:ext uri="{FF2B5EF4-FFF2-40B4-BE49-F238E27FC236}">
                <a16:creationId xmlns:a16="http://schemas.microsoft.com/office/drawing/2014/main" id="{0CDA3053-CF43-4C5E-B4B2-C4FC47D07F37}"/>
              </a:ext>
            </a:extLst>
          </p:cNvPr>
          <p:cNvSpPr>
            <a:spLocks xmlns:a="http://schemas.openxmlformats.org/drawingml/2006/main" noGrp="1"/>
          </p:cNvSpPr>
          <p:nvPr/>
        </p:nvSpPr>
        <p:spPr>
          <a:xfrm xmlns:a="http://schemas.openxmlformats.org/drawingml/2006/main">
            <a:off x="8858250" y="2390775"/>
            <a:ext cx="1314450" cy="247650"/>
          </a:xfrm>
          <a:prstGeom xmlns:a="http://schemas.openxmlformats.org/drawingml/2006/main" prst="roundRect">
            <a:avLst>
              <a:gd name="adj" fmla="val 30769"/>
            </a:avLst>
          </a:prstGeom>
          <a:solidFill xmlns:a="http://schemas.openxmlformats.org/drawingml/2006/main">
            <a:srgbClr val="20C5E8"/>
          </a:solidFill>
          <a:ln xmlns:a="http://schemas.openxmlformats.org/drawingml/2006/main" w="0">
            <a:solidFill>
              <a:srgbClr val="20C5E8"/>
            </a:solidFill>
          </a:ln>
        </p:spPr>
      </p:sp>
      <p:sp>
        <p:nvSpPr>
          <p:cNvPr id="11" name="">
            <a:extLst xmlns:a="http://schemas.openxmlformats.org/drawingml/2006/main">
              <a:ext uri="{FF2B5EF4-FFF2-40B4-BE49-F238E27FC236}">
                <a16:creationId xmlns:a16="http://schemas.microsoft.com/office/drawing/2014/main" id="{70D68314-F239-4365-A456-231CFB3857D2}"/>
              </a:ext>
            </a:extLst>
          </p:cNvPr>
          <p:cNvSpPr>
            <a:spLocks xmlns:a="http://schemas.openxmlformats.org/drawingml/2006/main" noGrp="1"/>
          </p:cNvSpPr>
          <p:nvPr/>
        </p:nvSpPr>
        <p:spPr>
          <a:xfrm xmlns:a="http://schemas.openxmlformats.org/drawingml/2006/main">
            <a:off x="8858250" y="2390775"/>
            <a:ext cx="131445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071426"/>
                </a:solidFill>
                <a:latin typeface="DejaVu Sans"/>
                <a:ea typeface="DejaVu Sans"/>
                <a:cs typeface="DejaVu Sans"/>
              </a:defRPr>
            </a:pPr>
            <a:r>
              <a:rPr sz="975" b="1">
                <a:solidFill>
                  <a:srgbClr val="071426"/>
                </a:solidFill>
                <a:latin typeface="DejaVu Sans"/>
                <a:ea typeface="DejaVu Sans"/>
                <a:cs typeface="DejaVu Sans"/>
              </a:rPr>
              <a:t>ΔΙΚΤΥΟ</a:t>
            </a:r>
          </a:p>
        </p:txBody>
      </p:sp>
      <p:sp>
        <p:nvSpPr>
          <p:cNvPr id="12" name="">
            <a:extLst xmlns:a="http://schemas.openxmlformats.org/drawingml/2006/main">
              <a:ext uri="{FF2B5EF4-FFF2-40B4-BE49-F238E27FC236}">
                <a16:creationId xmlns:a16="http://schemas.microsoft.com/office/drawing/2014/main" id="{B42FE904-CB12-4C01-BA50-EE66745E6D82}"/>
              </a:ext>
            </a:extLst>
          </p:cNvPr>
          <p:cNvSpPr>
            <a:spLocks xmlns:a="http://schemas.openxmlformats.org/drawingml/2006/main" noGrp="1"/>
          </p:cNvSpPr>
          <p:nvPr/>
        </p:nvSpPr>
        <p:spPr>
          <a:xfrm xmlns:a="http://schemas.openxmlformats.org/drawingml/2006/main">
            <a:off x="8562975" y="1628775"/>
            <a:ext cx="80010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4288">
            <a:solidFill>
              <a:srgbClr val="2F76FF"/>
            </a:solidFill>
          </a:ln>
        </p:spPr>
      </p:sp>
      <p:sp>
        <p:nvSpPr>
          <p:cNvPr id="13" name="">
            <a:extLst xmlns:a="http://schemas.openxmlformats.org/drawingml/2006/main">
              <a:ext uri="{FF2B5EF4-FFF2-40B4-BE49-F238E27FC236}">
                <a16:creationId xmlns:a16="http://schemas.microsoft.com/office/drawing/2014/main" id="{1A7673F3-17A5-4E99-A0A1-2EBBBBEC3713}"/>
              </a:ext>
            </a:extLst>
          </p:cNvPr>
          <p:cNvSpPr>
            <a:spLocks xmlns:a="http://schemas.openxmlformats.org/drawingml/2006/main" noGrp="1"/>
          </p:cNvSpPr>
          <p:nvPr/>
        </p:nvSpPr>
        <p:spPr>
          <a:xfrm xmlns:a="http://schemas.openxmlformats.org/drawingml/2006/main">
            <a:off x="8562975" y="1628775"/>
            <a:ext cx="80010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2F76FF"/>
                </a:solidFill>
                <a:latin typeface="DejaVu Sans"/>
                <a:ea typeface="DejaVu Sans"/>
                <a:cs typeface="DejaVu Sans"/>
              </a:defRPr>
            </a:pPr>
            <a:r>
              <a:rPr sz="1125" b="1">
                <a:solidFill>
                  <a:srgbClr val="2F76FF"/>
                </a:solidFill>
                <a:latin typeface="DejaVu Sans"/>
                <a:ea typeface="DejaVu Sans"/>
                <a:cs typeface="DejaVu Sans"/>
              </a:rPr>
              <a:t>ECU</a:t>
            </a:r>
          </a:p>
        </p:txBody>
      </p:sp>
      <p:sp>
        <p:nvSpPr>
          <p:cNvPr id="14" name="">
            <a:extLst xmlns:a="http://schemas.openxmlformats.org/drawingml/2006/main">
              <a:ext uri="{FF2B5EF4-FFF2-40B4-BE49-F238E27FC236}">
                <a16:creationId xmlns:a16="http://schemas.microsoft.com/office/drawing/2014/main" id="{DADF502A-5822-47B0-9BF9-AF8C7CE042C5}"/>
              </a:ext>
            </a:extLst>
          </p:cNvPr>
          <p:cNvSpPr>
            <a:spLocks xmlns:a="http://schemas.openxmlformats.org/drawingml/2006/main" noGrp="1"/>
          </p:cNvSpPr>
          <p:nvPr/>
        </p:nvSpPr>
        <p:spPr>
          <a:xfrm xmlns:a="http://schemas.openxmlformats.org/drawingml/2006/main">
            <a:off x="9715500" y="1628775"/>
            <a:ext cx="80010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4288">
            <a:solidFill>
              <a:srgbClr val="22AE68"/>
            </a:solidFill>
          </a:ln>
        </p:spPr>
      </p:sp>
      <p:sp>
        <p:nvSpPr>
          <p:cNvPr id="15" name="">
            <a:extLst xmlns:a="http://schemas.openxmlformats.org/drawingml/2006/main">
              <a:ext uri="{FF2B5EF4-FFF2-40B4-BE49-F238E27FC236}">
                <a16:creationId xmlns:a16="http://schemas.microsoft.com/office/drawing/2014/main" id="{84CDD2FB-3468-4A1C-8935-093813A40CB4}"/>
              </a:ext>
            </a:extLst>
          </p:cNvPr>
          <p:cNvSpPr>
            <a:spLocks xmlns:a="http://schemas.openxmlformats.org/drawingml/2006/main" noGrp="1"/>
          </p:cNvSpPr>
          <p:nvPr/>
        </p:nvSpPr>
        <p:spPr>
          <a:xfrm xmlns:a="http://schemas.openxmlformats.org/drawingml/2006/main">
            <a:off x="9715500" y="1628775"/>
            <a:ext cx="80010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22AE68"/>
                </a:solidFill>
                <a:latin typeface="DejaVu Sans"/>
                <a:ea typeface="DejaVu Sans"/>
                <a:cs typeface="DejaVu Sans"/>
              </a:defRPr>
            </a:pPr>
            <a:r>
              <a:rPr sz="1125" b="1">
                <a:solidFill>
                  <a:srgbClr val="22AE68"/>
                </a:solidFill>
                <a:latin typeface="DejaVu Sans"/>
                <a:ea typeface="DejaVu Sans"/>
                <a:cs typeface="DejaVu Sans"/>
              </a:rPr>
              <a:t>ABS</a:t>
            </a:r>
          </a:p>
        </p:txBody>
      </p:sp>
      <p:sp>
        <p:nvSpPr>
          <p:cNvPr id="16" name="">
            <a:extLst xmlns:a="http://schemas.openxmlformats.org/drawingml/2006/main">
              <a:ext uri="{FF2B5EF4-FFF2-40B4-BE49-F238E27FC236}">
                <a16:creationId xmlns:a16="http://schemas.microsoft.com/office/drawing/2014/main" id="{97E62D48-4EC7-4D9E-A593-D066CCABA475}"/>
              </a:ext>
            </a:extLst>
          </p:cNvPr>
          <p:cNvSpPr>
            <a:spLocks xmlns:a="http://schemas.openxmlformats.org/drawingml/2006/main" noGrp="1"/>
          </p:cNvSpPr>
          <p:nvPr/>
        </p:nvSpPr>
        <p:spPr>
          <a:xfrm xmlns:a="http://schemas.openxmlformats.org/drawingml/2006/main">
            <a:off x="8562975" y="3019425"/>
            <a:ext cx="80010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4288">
            <a:solidFill>
              <a:srgbClr val="8068D8"/>
            </a:solidFill>
          </a:ln>
        </p:spPr>
      </p:sp>
      <p:sp>
        <p:nvSpPr>
          <p:cNvPr id="17" name="">
            <a:extLst xmlns:a="http://schemas.openxmlformats.org/drawingml/2006/main">
              <a:ext uri="{FF2B5EF4-FFF2-40B4-BE49-F238E27FC236}">
                <a16:creationId xmlns:a16="http://schemas.microsoft.com/office/drawing/2014/main" id="{D48E8B70-0406-4494-8654-0C1A65470009}"/>
              </a:ext>
            </a:extLst>
          </p:cNvPr>
          <p:cNvSpPr>
            <a:spLocks xmlns:a="http://schemas.openxmlformats.org/drawingml/2006/main" noGrp="1"/>
          </p:cNvSpPr>
          <p:nvPr/>
        </p:nvSpPr>
        <p:spPr>
          <a:xfrm xmlns:a="http://schemas.openxmlformats.org/drawingml/2006/main">
            <a:off x="8562975" y="3019425"/>
            <a:ext cx="80010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8068D8"/>
                </a:solidFill>
                <a:latin typeface="DejaVu Sans"/>
                <a:ea typeface="DejaVu Sans"/>
                <a:cs typeface="DejaVu Sans"/>
              </a:defRPr>
            </a:pPr>
            <a:r>
              <a:rPr sz="1125" b="1">
                <a:solidFill>
                  <a:srgbClr val="8068D8"/>
                </a:solidFill>
                <a:latin typeface="DejaVu Sans"/>
                <a:ea typeface="DejaVu Sans"/>
                <a:cs typeface="DejaVu Sans"/>
              </a:rPr>
              <a:t>BCM</a:t>
            </a:r>
          </a:p>
        </p:txBody>
      </p:sp>
      <p:sp>
        <p:nvSpPr>
          <p:cNvPr id="18" name="">
            <a:extLst xmlns:a="http://schemas.openxmlformats.org/drawingml/2006/main">
              <a:ext uri="{FF2B5EF4-FFF2-40B4-BE49-F238E27FC236}">
                <a16:creationId xmlns:a16="http://schemas.microsoft.com/office/drawing/2014/main" id="{26002695-F430-428D-AD71-4A68B9B8C029}"/>
              </a:ext>
            </a:extLst>
          </p:cNvPr>
          <p:cNvSpPr>
            <a:spLocks xmlns:a="http://schemas.openxmlformats.org/drawingml/2006/main" noGrp="1"/>
          </p:cNvSpPr>
          <p:nvPr/>
        </p:nvSpPr>
        <p:spPr>
          <a:xfrm xmlns:a="http://schemas.openxmlformats.org/drawingml/2006/main">
            <a:off x="9715500" y="3019425"/>
            <a:ext cx="80010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4288">
            <a:solidFill>
              <a:srgbClr val="FFB000"/>
            </a:solidFill>
          </a:ln>
        </p:spPr>
      </p:sp>
      <p:sp>
        <p:nvSpPr>
          <p:cNvPr id="19" name="">
            <a:extLst xmlns:a="http://schemas.openxmlformats.org/drawingml/2006/main">
              <a:ext uri="{FF2B5EF4-FFF2-40B4-BE49-F238E27FC236}">
                <a16:creationId xmlns:a16="http://schemas.microsoft.com/office/drawing/2014/main" id="{EB443BC7-5A13-4327-BADE-2435AD7CE418}"/>
              </a:ext>
            </a:extLst>
          </p:cNvPr>
          <p:cNvSpPr>
            <a:spLocks xmlns:a="http://schemas.openxmlformats.org/drawingml/2006/main" noGrp="1"/>
          </p:cNvSpPr>
          <p:nvPr/>
        </p:nvSpPr>
        <p:spPr>
          <a:xfrm xmlns:a="http://schemas.openxmlformats.org/drawingml/2006/main">
            <a:off x="9715500" y="3019425"/>
            <a:ext cx="80010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B000"/>
                </a:solidFill>
                <a:latin typeface="DejaVu Sans"/>
                <a:ea typeface="DejaVu Sans"/>
                <a:cs typeface="DejaVu Sans"/>
              </a:defRPr>
            </a:pPr>
            <a:r>
              <a:rPr sz="1125" b="1">
                <a:solidFill>
                  <a:srgbClr val="FFB000"/>
                </a:solidFill>
                <a:latin typeface="DejaVu Sans"/>
                <a:ea typeface="DejaVu Sans"/>
                <a:cs typeface="DejaVu Sans"/>
              </a:rPr>
              <a:t>OBD</a:t>
            </a:r>
          </a:p>
        </p:txBody>
      </p:sp>
      <p:sp>
        <p:nvSpPr>
          <p:cNvPr id="20" name="">
            <a:extLst xmlns:a="http://schemas.openxmlformats.org/drawingml/2006/main">
              <a:ext uri="{FF2B5EF4-FFF2-40B4-BE49-F238E27FC236}">
                <a16:creationId xmlns:a16="http://schemas.microsoft.com/office/drawing/2014/main" id="{86B59126-E8AA-4216-A793-B0854BDF639A}"/>
              </a:ext>
            </a:extLst>
          </p:cNvPr>
          <p:cNvSpPr>
            <a:spLocks xmlns:a="http://schemas.openxmlformats.org/drawingml/2006/main" noGrp="1"/>
          </p:cNvSpPr>
          <p:nvPr/>
        </p:nvSpPr>
        <p:spPr>
          <a:xfrm xmlns:a="http://schemas.openxmlformats.org/drawingml/2006/main">
            <a:off x="609600" y="6477000"/>
            <a:ext cx="44767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l">
              <a:defRPr sz="788" b="0">
                <a:solidFill>
                  <a:srgbClr val="9CADC2"/>
                </a:solidFill>
                <a:latin typeface="DejaVu Sans"/>
                <a:ea typeface="DejaVu Sans"/>
                <a:cs typeface="DejaVu Sans"/>
              </a:defRPr>
            </a:pPr>
            <a:r>
              <a:rPr sz="788" b="0">
                <a:solidFill>
                  <a:srgbClr val="9CADC2"/>
                </a:solidFill>
                <a:latin typeface="DejaVu Sans"/>
                <a:ea typeface="DejaVu Sans"/>
                <a:cs typeface="DejaVu Sans"/>
              </a:rPr>
              <a:t>Δίκτυα και Επικοινωνία Οχημάτων</a:t>
            </a:r>
          </a:p>
        </p:txBody>
      </p:sp>
      <p:sp>
        <p:nvSpPr>
          <p:cNvPr id="21" name="">
            <a:extLst xmlns:a="http://schemas.openxmlformats.org/drawingml/2006/main">
              <a:ext uri="{FF2B5EF4-FFF2-40B4-BE49-F238E27FC236}">
                <a16:creationId xmlns:a16="http://schemas.microsoft.com/office/drawing/2014/main" id="{ECD91BDF-314A-4EC1-B1CA-4BC882F353D2}"/>
              </a:ext>
            </a:extLst>
          </p:cNvPr>
          <p:cNvSpPr>
            <a:spLocks xmlns:a="http://schemas.openxmlformats.org/drawingml/2006/main" noGrp="1"/>
          </p:cNvSpPr>
          <p:nvPr/>
        </p:nvSpPr>
        <p:spPr>
          <a:xfrm xmlns:a="http://schemas.openxmlformats.org/drawingml/2006/main">
            <a:off x="11049000" y="6477000"/>
            <a:ext cx="5143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r">
              <a:defRPr sz="788" b="1">
                <a:solidFill>
                  <a:srgbClr val="9CADC2"/>
                </a:solidFill>
                <a:latin typeface="DejaVu Sans"/>
                <a:ea typeface="DejaVu Sans"/>
                <a:cs typeface="DejaVu Sans"/>
              </a:defRPr>
            </a:pPr>
            <a:r>
              <a:rPr sz="788" b="1">
                <a:solidFill>
                  <a:srgbClr val="9CADC2"/>
                </a:solidFill>
                <a:latin typeface="DejaVu Sans"/>
                <a:ea typeface="DejaVu Sans"/>
                <a:cs typeface="DejaVu Sans"/>
              </a:rPr>
              <a:t>01</a:t>
            </a:r>
          </a:p>
        </p:txBody>
      </p:sp>
    </p:spTree>
    <p:extLst>
      <p:ext uri="{BB962C8B-B14F-4D97-AF65-F5344CB8AC3E}">
        <p14:creationId xmlns:p14="http://schemas.microsoft.com/office/powerpoint/2010/main" val="17107867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0F2F18F-FF0F-47CD-9A84-434677AB9D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A"/>
          </a:solidFill>
          <a:ln xmlns:a="http://schemas.openxmlformats.org/drawingml/2006/main" w="0">
            <a:solidFill>
              <a:srgbClr val="F4F7FA"/>
            </a:solidFill>
          </a:ln>
        </p:spPr>
      </p:sp>
      <p:sp>
        <p:nvSpPr>
          <p:cNvPr id="2" name="">
            <a:extLst xmlns:a="http://schemas.openxmlformats.org/drawingml/2006/main">
              <a:ext uri="{FF2B5EF4-FFF2-40B4-BE49-F238E27FC236}">
                <a16:creationId xmlns:a16="http://schemas.microsoft.com/office/drawing/2014/main" id="{BC4E8970-AF42-4DC3-9E6F-50933A37C77C}"/>
              </a:ext>
            </a:extLst>
          </p:cNvPr>
          <p:cNvSpPr>
            <a:spLocks xmlns:a="http://schemas.openxmlformats.org/drawingml/2006/main" noGrp="1"/>
          </p:cNvSpPr>
          <p:nvPr/>
        </p:nvSpPr>
        <p:spPr>
          <a:xfrm xmlns:a="http://schemas.openxmlformats.org/drawingml/2006/main">
            <a:off x="609600" y="209550"/>
            <a:ext cx="590550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0C5E8"/>
                </a:solidFill>
                <a:latin typeface="DejaVu Sans"/>
                <a:ea typeface="DejaVu Sans"/>
                <a:cs typeface="DejaVu Sans"/>
              </a:defRPr>
            </a:pPr>
            <a:r>
              <a:rPr sz="900" b="1">
                <a:solidFill>
                  <a:srgbClr val="20C5E8"/>
                </a:solidFill>
                <a:latin typeface="DejaVu Sans"/>
                <a:ea typeface="DejaVu Sans"/>
                <a:cs typeface="DejaVu Sans"/>
              </a:rPr>
              <a:t>01 · ΣΚΟΠΌΣ</a:t>
            </a:r>
          </a:p>
        </p:txBody>
      </p:sp>
      <p:sp>
        <p:nvSpPr>
          <p:cNvPr id="3" name="">
            <a:extLst xmlns:a="http://schemas.openxmlformats.org/drawingml/2006/main">
              <a:ext uri="{FF2B5EF4-FFF2-40B4-BE49-F238E27FC236}">
                <a16:creationId xmlns:a16="http://schemas.microsoft.com/office/drawing/2014/main" id="{91A76AD3-4FD1-44C3-A07B-4344CBD6C4A2}"/>
              </a:ext>
            </a:extLst>
          </p:cNvPr>
          <p:cNvSpPr>
            <a:spLocks xmlns:a="http://schemas.openxmlformats.org/drawingml/2006/main" noGrp="1"/>
          </p:cNvSpPr>
          <p:nvPr/>
        </p:nvSpPr>
        <p:spPr>
          <a:xfrm xmlns:a="http://schemas.openxmlformats.org/drawingml/2006/main">
            <a:off x="609600" y="466725"/>
            <a:ext cx="10858500" cy="647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071426"/>
                </a:solidFill>
                <a:latin typeface="DejaVu Sans"/>
                <a:ea typeface="DejaVu Sans"/>
                <a:cs typeface="DejaVu Sans"/>
              </a:defRPr>
            </a:pPr>
            <a:r>
              <a:rPr sz="2925" b="1">
                <a:solidFill>
                  <a:srgbClr val="071426"/>
                </a:solidFill>
                <a:latin typeface="DejaVu Sans"/>
                <a:ea typeface="DejaVu Sans"/>
                <a:cs typeface="DejaVu Sans"/>
              </a:rPr>
              <a:t>Γιατί υπάρχει αυτό το μάθημα</a:t>
            </a:r>
          </a:p>
        </p:txBody>
      </p:sp>
      <p:sp>
        <p:nvSpPr>
          <p:cNvPr id="4" name="">
            <a:extLst xmlns:a="http://schemas.openxmlformats.org/drawingml/2006/main">
              <a:ext uri="{FF2B5EF4-FFF2-40B4-BE49-F238E27FC236}">
                <a16:creationId xmlns:a16="http://schemas.microsoft.com/office/drawing/2014/main" id="{F92574ED-1C9E-4A98-B045-24472946421F}"/>
              </a:ext>
            </a:extLst>
          </p:cNvPr>
          <p:cNvSpPr>
            <a:spLocks xmlns:a="http://schemas.openxmlformats.org/drawingml/2006/main" noGrp="1"/>
          </p:cNvSpPr>
          <p:nvPr/>
        </p:nvSpPr>
        <p:spPr>
          <a:xfrm xmlns:a="http://schemas.openxmlformats.org/drawingml/2006/main">
            <a:off x="609600" y="1200150"/>
            <a:ext cx="781050" cy="47625"/>
          </a:xfrm>
          <a:prstGeom xmlns:a="http://schemas.openxmlformats.org/drawingml/2006/main" prst="rect">
            <a:avLst/>
          </a:prstGeom>
          <a:solidFill xmlns:a="http://schemas.openxmlformats.org/drawingml/2006/main">
            <a:srgbClr val="20C5E8"/>
          </a:solidFill>
          <a:ln xmlns:a="http://schemas.openxmlformats.org/drawingml/2006/main" w="0">
            <a:solidFill>
              <a:srgbClr val="20C5E8"/>
            </a:solidFill>
          </a:ln>
        </p:spPr>
      </p:sp>
      <p:sp>
        <p:nvSpPr>
          <p:cNvPr id="5" name="">
            <a:extLst xmlns:a="http://schemas.openxmlformats.org/drawingml/2006/main">
              <a:ext uri="{FF2B5EF4-FFF2-40B4-BE49-F238E27FC236}">
                <a16:creationId xmlns:a16="http://schemas.microsoft.com/office/drawing/2014/main" id="{27EA38B0-A441-426D-A0FA-614BF75B9324}"/>
              </a:ext>
            </a:extLst>
          </p:cNvPr>
          <p:cNvSpPr>
            <a:spLocks xmlns:a="http://schemas.openxmlformats.org/drawingml/2006/main" noGrp="1"/>
          </p:cNvSpPr>
          <p:nvPr/>
        </p:nvSpPr>
        <p:spPr>
          <a:xfrm xmlns:a="http://schemas.openxmlformats.org/drawingml/2006/main">
            <a:off x="628650" y="1714500"/>
            <a:ext cx="133350" cy="133350"/>
          </a:xfrm>
          <a:prstGeom xmlns:a="http://schemas.openxmlformats.org/drawingml/2006/main" prst="roundRect">
            <a:avLst>
              <a:gd name="adj" fmla="val 50000"/>
            </a:avLst>
          </a:prstGeom>
          <a:solidFill xmlns:a="http://schemas.openxmlformats.org/drawingml/2006/main">
            <a:srgbClr val="2F76FF"/>
          </a:solidFill>
          <a:ln xmlns:a="http://schemas.openxmlformats.org/drawingml/2006/main" w="0">
            <a:solidFill>
              <a:srgbClr val="2F76FF"/>
            </a:solidFill>
          </a:ln>
        </p:spPr>
      </p:sp>
      <p:sp>
        <p:nvSpPr>
          <p:cNvPr id="6" name="">
            <a:extLst xmlns:a="http://schemas.openxmlformats.org/drawingml/2006/main">
              <a:ext uri="{FF2B5EF4-FFF2-40B4-BE49-F238E27FC236}">
                <a16:creationId xmlns:a16="http://schemas.microsoft.com/office/drawing/2014/main" id="{53FD9C5C-69C8-4B7D-B3C0-548E38B2F2A0}"/>
              </a:ext>
            </a:extLst>
          </p:cNvPr>
          <p:cNvSpPr>
            <a:spLocks xmlns:a="http://schemas.openxmlformats.org/drawingml/2006/main" noGrp="1"/>
          </p:cNvSpPr>
          <p:nvPr/>
        </p:nvSpPr>
        <p:spPr>
          <a:xfrm xmlns:a="http://schemas.openxmlformats.org/drawingml/2006/main">
            <a:off x="914400" y="1657350"/>
            <a:ext cx="44767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Περισσότερες ηλεκτρονικές μονάδες</a:t>
            </a:r>
          </a:p>
        </p:txBody>
      </p:sp>
      <p:sp>
        <p:nvSpPr>
          <p:cNvPr id="7" name="">
            <a:extLst xmlns:a="http://schemas.openxmlformats.org/drawingml/2006/main">
              <a:ext uri="{FF2B5EF4-FFF2-40B4-BE49-F238E27FC236}">
                <a16:creationId xmlns:a16="http://schemas.microsoft.com/office/drawing/2014/main" id="{4301655A-4305-4F42-B24A-1D7D48BA2584}"/>
              </a:ext>
            </a:extLst>
          </p:cNvPr>
          <p:cNvSpPr>
            <a:spLocks xmlns:a="http://schemas.openxmlformats.org/drawingml/2006/main" noGrp="1"/>
          </p:cNvSpPr>
          <p:nvPr/>
        </p:nvSpPr>
        <p:spPr>
          <a:xfrm xmlns:a="http://schemas.openxmlformats.org/drawingml/2006/main">
            <a:off x="914400" y="1924050"/>
            <a:ext cx="4524375" cy="4572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013" b="0">
                <a:solidFill>
                  <a:srgbClr val="53637A"/>
                </a:solidFill>
                <a:latin typeface="DejaVu Sans"/>
                <a:ea typeface="DejaVu Sans"/>
                <a:cs typeface="DejaVu Sans"/>
              </a:defRPr>
            </a:pPr>
            <a:r>
              <a:rPr sz="1013" b="0">
                <a:solidFill>
                  <a:srgbClr val="53637A"/>
                </a:solidFill>
                <a:latin typeface="DejaVu Sans"/>
                <a:ea typeface="DejaVu Sans"/>
                <a:cs typeface="DejaVu Sans"/>
              </a:rPr>
              <a:t>Κινητήρας, πέδηση, άνεση, ασφάλεια και ψυχαγωγία συνεργάζονται συνεχώς.</a:t>
            </a:r>
          </a:p>
        </p:txBody>
      </p:sp>
      <p:sp>
        <p:nvSpPr>
          <p:cNvPr id="8" name="">
            <a:extLst xmlns:a="http://schemas.openxmlformats.org/drawingml/2006/main">
              <a:ext uri="{FF2B5EF4-FFF2-40B4-BE49-F238E27FC236}">
                <a16:creationId xmlns:a16="http://schemas.microsoft.com/office/drawing/2014/main" id="{8477E8FE-446D-40DA-BDF6-C32D9BEC37A2}"/>
              </a:ext>
            </a:extLst>
          </p:cNvPr>
          <p:cNvSpPr>
            <a:spLocks xmlns:a="http://schemas.openxmlformats.org/drawingml/2006/main" noGrp="1"/>
          </p:cNvSpPr>
          <p:nvPr/>
        </p:nvSpPr>
        <p:spPr>
          <a:xfrm xmlns:a="http://schemas.openxmlformats.org/drawingml/2006/main">
            <a:off x="628650" y="2724150"/>
            <a:ext cx="133350" cy="133350"/>
          </a:xfrm>
          <a:prstGeom xmlns:a="http://schemas.openxmlformats.org/drawingml/2006/main" prst="roundRect">
            <a:avLst>
              <a:gd name="adj" fmla="val 50000"/>
            </a:avLst>
          </a:prstGeom>
          <a:solidFill xmlns:a="http://schemas.openxmlformats.org/drawingml/2006/main">
            <a:srgbClr val="22AE68"/>
          </a:solidFill>
          <a:ln xmlns:a="http://schemas.openxmlformats.org/drawingml/2006/main" w="0">
            <a:solidFill>
              <a:srgbClr val="22AE68"/>
            </a:solidFill>
          </a:ln>
        </p:spPr>
      </p:sp>
      <p:sp>
        <p:nvSpPr>
          <p:cNvPr id="9" name="">
            <a:extLst xmlns:a="http://schemas.openxmlformats.org/drawingml/2006/main">
              <a:ext uri="{FF2B5EF4-FFF2-40B4-BE49-F238E27FC236}">
                <a16:creationId xmlns:a16="http://schemas.microsoft.com/office/drawing/2014/main" id="{68CF093B-AADA-4595-8F31-38B23616DA56}"/>
              </a:ext>
            </a:extLst>
          </p:cNvPr>
          <p:cNvSpPr>
            <a:spLocks xmlns:a="http://schemas.openxmlformats.org/drawingml/2006/main" noGrp="1"/>
          </p:cNvSpPr>
          <p:nvPr/>
        </p:nvSpPr>
        <p:spPr>
          <a:xfrm xmlns:a="http://schemas.openxmlformats.org/drawingml/2006/main">
            <a:off x="914400" y="2667000"/>
            <a:ext cx="44767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Κοινή πληροφορία</a:t>
            </a:r>
          </a:p>
        </p:txBody>
      </p:sp>
      <p:sp>
        <p:nvSpPr>
          <p:cNvPr id="10" name="">
            <a:extLst xmlns:a="http://schemas.openxmlformats.org/drawingml/2006/main">
              <a:ext uri="{FF2B5EF4-FFF2-40B4-BE49-F238E27FC236}">
                <a16:creationId xmlns:a16="http://schemas.microsoft.com/office/drawing/2014/main" id="{731B960C-9650-407D-B64B-67F3C32D359D}"/>
              </a:ext>
            </a:extLst>
          </p:cNvPr>
          <p:cNvSpPr>
            <a:spLocks xmlns:a="http://schemas.openxmlformats.org/drawingml/2006/main" noGrp="1"/>
          </p:cNvSpPr>
          <p:nvPr/>
        </p:nvSpPr>
        <p:spPr>
          <a:xfrm xmlns:a="http://schemas.openxmlformats.org/drawingml/2006/main">
            <a:off x="914400" y="2933700"/>
            <a:ext cx="4524375" cy="4572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013" b="0">
                <a:solidFill>
                  <a:srgbClr val="53637A"/>
                </a:solidFill>
                <a:latin typeface="DejaVu Sans"/>
                <a:ea typeface="DejaVu Sans"/>
                <a:cs typeface="DejaVu Sans"/>
              </a:defRPr>
            </a:pPr>
            <a:r>
              <a:rPr sz="1013" b="0">
                <a:solidFill>
                  <a:srgbClr val="53637A"/>
                </a:solidFill>
                <a:latin typeface="DejaVu Sans"/>
                <a:ea typeface="DejaVu Sans"/>
                <a:cs typeface="DejaVu Sans"/>
              </a:rPr>
              <a:t>Ένας αισθητήρας μπορεί να τροφοδοτεί πολλές λειτουργίες χωρίς ξεχωριστή καλωδίωση.</a:t>
            </a:r>
          </a:p>
        </p:txBody>
      </p:sp>
      <p:sp>
        <p:nvSpPr>
          <p:cNvPr id="11" name="">
            <a:extLst xmlns:a="http://schemas.openxmlformats.org/drawingml/2006/main">
              <a:ext uri="{FF2B5EF4-FFF2-40B4-BE49-F238E27FC236}">
                <a16:creationId xmlns:a16="http://schemas.microsoft.com/office/drawing/2014/main" id="{E2AEBFF2-6BB1-4A85-91FF-EC501DD0CA22}"/>
              </a:ext>
            </a:extLst>
          </p:cNvPr>
          <p:cNvSpPr>
            <a:spLocks xmlns:a="http://schemas.openxmlformats.org/drawingml/2006/main" noGrp="1"/>
          </p:cNvSpPr>
          <p:nvPr/>
        </p:nvSpPr>
        <p:spPr>
          <a:xfrm xmlns:a="http://schemas.openxmlformats.org/drawingml/2006/main">
            <a:off x="628650" y="3733800"/>
            <a:ext cx="133350" cy="133350"/>
          </a:xfrm>
          <a:prstGeom xmlns:a="http://schemas.openxmlformats.org/drawingml/2006/main" prst="roundRect">
            <a:avLst>
              <a:gd name="adj" fmla="val 50000"/>
            </a:avLst>
          </a:prstGeom>
          <a:solidFill xmlns:a="http://schemas.openxmlformats.org/drawingml/2006/main">
            <a:srgbClr val="FFB000"/>
          </a:solidFill>
          <a:ln xmlns:a="http://schemas.openxmlformats.org/drawingml/2006/main" w="0">
            <a:solidFill>
              <a:srgbClr val="FFB000"/>
            </a:solidFill>
          </a:ln>
        </p:spPr>
      </p:sp>
      <p:sp>
        <p:nvSpPr>
          <p:cNvPr id="12" name="">
            <a:extLst xmlns:a="http://schemas.openxmlformats.org/drawingml/2006/main">
              <a:ext uri="{FF2B5EF4-FFF2-40B4-BE49-F238E27FC236}">
                <a16:creationId xmlns:a16="http://schemas.microsoft.com/office/drawing/2014/main" id="{8D877DF0-8B38-407E-A386-F4E42EFFB507}"/>
              </a:ext>
            </a:extLst>
          </p:cNvPr>
          <p:cNvSpPr>
            <a:spLocks xmlns:a="http://schemas.openxmlformats.org/drawingml/2006/main" noGrp="1"/>
          </p:cNvSpPr>
          <p:nvPr/>
        </p:nvSpPr>
        <p:spPr>
          <a:xfrm xmlns:a="http://schemas.openxmlformats.org/drawingml/2006/main">
            <a:off x="914400" y="3676650"/>
            <a:ext cx="44767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Διάγνωση με λογική δικτύου</a:t>
            </a:r>
          </a:p>
        </p:txBody>
      </p:sp>
      <p:sp>
        <p:nvSpPr>
          <p:cNvPr id="13" name="">
            <a:extLst xmlns:a="http://schemas.openxmlformats.org/drawingml/2006/main">
              <a:ext uri="{FF2B5EF4-FFF2-40B4-BE49-F238E27FC236}">
                <a16:creationId xmlns:a16="http://schemas.microsoft.com/office/drawing/2014/main" id="{1299982E-3ADA-49F1-81DB-D6A976886FA9}"/>
              </a:ext>
            </a:extLst>
          </p:cNvPr>
          <p:cNvSpPr>
            <a:spLocks xmlns:a="http://schemas.openxmlformats.org/drawingml/2006/main" noGrp="1"/>
          </p:cNvSpPr>
          <p:nvPr/>
        </p:nvSpPr>
        <p:spPr>
          <a:xfrm xmlns:a="http://schemas.openxmlformats.org/drawingml/2006/main">
            <a:off x="914400" y="3943350"/>
            <a:ext cx="4524375" cy="4572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013" b="0">
                <a:solidFill>
                  <a:srgbClr val="53637A"/>
                </a:solidFill>
                <a:latin typeface="DejaVu Sans"/>
                <a:ea typeface="DejaVu Sans"/>
                <a:cs typeface="DejaVu Sans"/>
              </a:defRPr>
            </a:pPr>
            <a:r>
              <a:rPr sz="1013" b="0">
                <a:solidFill>
                  <a:srgbClr val="53637A"/>
                </a:solidFill>
                <a:latin typeface="DejaVu Sans"/>
                <a:ea typeface="DejaVu Sans"/>
                <a:cs typeface="DejaVu Sans"/>
              </a:rPr>
              <a:t>Ένα σύμπτωμα δεν σημαίνει πάντα χαλασμένο εξάρτημα· μπορεί να είναι πρόβλημα επικοινωνίας.</a:t>
            </a:r>
          </a:p>
        </p:txBody>
      </p:sp>
      <p:sp>
        <p:nvSpPr>
          <p:cNvPr id="14" name="">
            <a:extLst xmlns:a="http://schemas.openxmlformats.org/drawingml/2006/main">
              <a:ext uri="{FF2B5EF4-FFF2-40B4-BE49-F238E27FC236}">
                <a16:creationId xmlns:a16="http://schemas.microsoft.com/office/drawing/2014/main" id="{3EF4DD89-6196-4E81-8941-13323AA9448B}"/>
              </a:ext>
            </a:extLst>
          </p:cNvPr>
          <p:cNvSpPr>
            <a:spLocks xmlns:a="http://schemas.openxmlformats.org/drawingml/2006/main" noGrp="1"/>
          </p:cNvSpPr>
          <p:nvPr/>
        </p:nvSpPr>
        <p:spPr>
          <a:xfrm xmlns:a="http://schemas.openxmlformats.org/drawingml/2006/main">
            <a:off x="6191250" y="1619250"/>
            <a:ext cx="4762500" cy="3524250"/>
          </a:xfrm>
          <a:prstGeom xmlns:a="http://schemas.openxmlformats.org/drawingml/2006/main" prst="roundRect">
            <a:avLst>
              <a:gd name="adj" fmla="val 2162"/>
            </a:avLst>
          </a:prstGeom>
          <a:solidFill xmlns:a="http://schemas.openxmlformats.org/drawingml/2006/main">
            <a:srgbClr val="FFFFFF"/>
          </a:solidFill>
          <a:ln xmlns:a="http://schemas.openxmlformats.org/drawingml/2006/main" w="14288">
            <a:solidFill>
              <a:srgbClr val="C9D5E3"/>
            </a:solidFill>
          </a:ln>
        </p:spPr>
      </p:sp>
      <p:sp>
        <p:nvSpPr>
          <p:cNvPr id="15" name="">
            <a:extLst xmlns:a="http://schemas.openxmlformats.org/drawingml/2006/main">
              <a:ext uri="{FF2B5EF4-FFF2-40B4-BE49-F238E27FC236}">
                <a16:creationId xmlns:a16="http://schemas.microsoft.com/office/drawing/2014/main" id="{4BD20D8B-A249-4BE0-ABCB-7FCA883C00FD}"/>
              </a:ext>
            </a:extLst>
          </p:cNvPr>
          <p:cNvSpPr>
            <a:spLocks xmlns:a="http://schemas.openxmlformats.org/drawingml/2006/main" noGrp="1"/>
          </p:cNvSpPr>
          <p:nvPr/>
        </p:nvSpPr>
        <p:spPr>
          <a:xfrm xmlns:a="http://schemas.openxmlformats.org/drawingml/2006/main">
            <a:off x="6534150" y="1885950"/>
            <a:ext cx="400050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53637A"/>
                </a:solidFill>
                <a:latin typeface="DejaVu Sans"/>
                <a:ea typeface="DejaVu Sans"/>
                <a:cs typeface="DejaVu Sans"/>
              </a:defRPr>
            </a:pPr>
            <a:r>
              <a:rPr sz="900" b="1">
                <a:solidFill>
                  <a:srgbClr val="53637A"/>
                </a:solidFill>
                <a:latin typeface="DejaVu Sans"/>
                <a:ea typeface="DejaVu Sans"/>
                <a:cs typeface="DejaVu Sans"/>
              </a:rPr>
              <a:t>ΑΠΟ ΤΟ ΕΞΑΡΤΗΜΑ ΣΤΟ ΣΥΣΤΗΜΑ</a:t>
            </a:r>
          </a:p>
        </p:txBody>
      </p:sp>
      <p:sp>
        <p:nvSpPr>
          <p:cNvPr id="16" name="">
            <a:extLst xmlns:a="http://schemas.openxmlformats.org/drawingml/2006/main">
              <a:ext uri="{FF2B5EF4-FFF2-40B4-BE49-F238E27FC236}">
                <a16:creationId xmlns:a16="http://schemas.microsoft.com/office/drawing/2014/main" id="{FF03BF6B-4CB3-4CAF-B83A-0FDFD88302EB}"/>
              </a:ext>
            </a:extLst>
          </p:cNvPr>
          <p:cNvSpPr>
            <a:spLocks xmlns:a="http://schemas.openxmlformats.org/drawingml/2006/main" noGrp="1"/>
          </p:cNvSpPr>
          <p:nvPr/>
        </p:nvSpPr>
        <p:spPr>
          <a:xfrm xmlns:a="http://schemas.openxmlformats.org/drawingml/2006/main">
            <a:off x="6534150" y="2447925"/>
            <a:ext cx="1143000" cy="704850"/>
          </a:xfrm>
          <a:prstGeom xmlns:a="http://schemas.openxmlformats.org/drawingml/2006/main" prst="roundRect">
            <a:avLst>
              <a:gd name="adj" fmla="val 10811"/>
            </a:avLst>
          </a:prstGeom>
          <a:solidFill xmlns:a="http://schemas.openxmlformats.org/drawingml/2006/main">
            <a:srgbClr val="F4F7FA"/>
          </a:solidFill>
          <a:ln xmlns:a="http://schemas.openxmlformats.org/drawingml/2006/main" w="14288">
            <a:solidFill>
              <a:srgbClr val="22AE68"/>
            </a:solidFill>
          </a:ln>
        </p:spPr>
      </p:sp>
      <p:sp>
        <p:nvSpPr>
          <p:cNvPr id="17" name="">
            <a:extLst xmlns:a="http://schemas.openxmlformats.org/drawingml/2006/main">
              <a:ext uri="{FF2B5EF4-FFF2-40B4-BE49-F238E27FC236}">
                <a16:creationId xmlns:a16="http://schemas.microsoft.com/office/drawing/2014/main" id="{F7C075F5-BD0E-4BEF-ADA8-EA987A7D902F}"/>
              </a:ext>
            </a:extLst>
          </p:cNvPr>
          <p:cNvSpPr>
            <a:spLocks xmlns:a="http://schemas.openxmlformats.org/drawingml/2006/main" noGrp="1"/>
          </p:cNvSpPr>
          <p:nvPr/>
        </p:nvSpPr>
        <p:spPr>
          <a:xfrm xmlns:a="http://schemas.openxmlformats.org/drawingml/2006/main">
            <a:off x="6610350" y="2543175"/>
            <a:ext cx="990600" cy="2286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765" b="1">
                <a:solidFill>
                  <a:srgbClr val="22AE68"/>
                </a:solidFill>
                <a:latin typeface="DejaVu Sans"/>
                <a:ea typeface="DejaVu Sans"/>
                <a:cs typeface="DejaVu Sans"/>
              </a:defRPr>
            </a:pPr>
            <a:r>
              <a:rPr sz="765" b="1">
                <a:solidFill>
                  <a:srgbClr val="22AE68"/>
                </a:solidFill>
                <a:latin typeface="DejaVu Sans"/>
                <a:ea typeface="DejaVu Sans"/>
                <a:cs typeface="DejaVu Sans"/>
              </a:rPr>
              <a:t>ΑΙΣΘΗΤΗΡΑΣ</a:t>
            </a:r>
          </a:p>
        </p:txBody>
      </p:sp>
      <p:sp>
        <p:nvSpPr>
          <p:cNvPr id="18" name="">
            <a:extLst xmlns:a="http://schemas.openxmlformats.org/drawingml/2006/main">
              <a:ext uri="{FF2B5EF4-FFF2-40B4-BE49-F238E27FC236}">
                <a16:creationId xmlns:a16="http://schemas.microsoft.com/office/drawing/2014/main" id="{0CAB2435-356F-4622-A1F5-222C823FBD1E}"/>
              </a:ext>
            </a:extLst>
          </p:cNvPr>
          <p:cNvSpPr>
            <a:spLocks xmlns:a="http://schemas.openxmlformats.org/drawingml/2006/main" noGrp="1"/>
          </p:cNvSpPr>
          <p:nvPr/>
        </p:nvSpPr>
        <p:spPr>
          <a:xfrm xmlns:a="http://schemas.openxmlformats.org/drawingml/2006/main">
            <a:off x="6610350" y="2819400"/>
            <a:ext cx="99060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9803"/>
          </a:bodyPr>
          <a:lstStyle xmlns:a="http://schemas.openxmlformats.org/drawingml/2006/main"/>
          <a:p xmlns:a="http://schemas.openxmlformats.org/drawingml/2006/main">
            <a:pPr algn="ctr">
              <a:defRPr sz="863" b="0">
                <a:solidFill>
                  <a:srgbClr val="53637A"/>
                </a:solidFill>
                <a:latin typeface="DejaVu Sans"/>
                <a:ea typeface="DejaVu Sans"/>
                <a:cs typeface="DejaVu Sans"/>
              </a:defRPr>
            </a:pPr>
            <a:r>
              <a:rPr sz="863" b="0">
                <a:solidFill>
                  <a:srgbClr val="53637A"/>
                </a:solidFill>
                <a:latin typeface="DejaVu Sans"/>
                <a:ea typeface="DejaVu Sans"/>
                <a:cs typeface="DejaVu Sans"/>
              </a:rPr>
              <a:t>μετρά</a:t>
            </a:r>
          </a:p>
        </p:txBody>
      </p:sp>
      <p:sp>
        <p:nvSpPr>
          <p:cNvPr id="19" name="">
            <a:extLst xmlns:a="http://schemas.openxmlformats.org/drawingml/2006/main">
              <a:ext uri="{FF2B5EF4-FFF2-40B4-BE49-F238E27FC236}">
                <a16:creationId xmlns:a16="http://schemas.microsoft.com/office/drawing/2014/main" id="{0F230090-3C15-4701-AB18-1E1685F29D3A}"/>
              </a:ext>
            </a:extLst>
          </p:cNvPr>
          <p:cNvSpPr>
            <a:spLocks xmlns:a="http://schemas.openxmlformats.org/drawingml/2006/main" noGrp="1"/>
          </p:cNvSpPr>
          <p:nvPr/>
        </p:nvSpPr>
        <p:spPr>
          <a:xfrm xmlns:a="http://schemas.openxmlformats.org/drawingml/2006/main">
            <a:off x="8001000" y="2447925"/>
            <a:ext cx="1143000" cy="704850"/>
          </a:xfrm>
          <a:prstGeom xmlns:a="http://schemas.openxmlformats.org/drawingml/2006/main" prst="roundRect">
            <a:avLst>
              <a:gd name="adj" fmla="val 10811"/>
            </a:avLst>
          </a:prstGeom>
          <a:solidFill xmlns:a="http://schemas.openxmlformats.org/drawingml/2006/main">
            <a:srgbClr val="F4F7FA"/>
          </a:solidFill>
          <a:ln xmlns:a="http://schemas.openxmlformats.org/drawingml/2006/main" w="14288">
            <a:solidFill>
              <a:srgbClr val="20C5E8"/>
            </a:solidFill>
          </a:ln>
        </p:spPr>
      </p:sp>
      <p:sp>
        <p:nvSpPr>
          <p:cNvPr id="20" name="">
            <a:extLst xmlns:a="http://schemas.openxmlformats.org/drawingml/2006/main">
              <a:ext uri="{FF2B5EF4-FFF2-40B4-BE49-F238E27FC236}">
                <a16:creationId xmlns:a16="http://schemas.microsoft.com/office/drawing/2014/main" id="{C4622BF0-6A33-4FEB-BEEA-4529B17EFD52}"/>
              </a:ext>
            </a:extLst>
          </p:cNvPr>
          <p:cNvSpPr>
            <a:spLocks xmlns:a="http://schemas.openxmlformats.org/drawingml/2006/main" noGrp="1"/>
          </p:cNvSpPr>
          <p:nvPr/>
        </p:nvSpPr>
        <p:spPr>
          <a:xfrm xmlns:a="http://schemas.openxmlformats.org/drawingml/2006/main">
            <a:off x="8077200" y="2543175"/>
            <a:ext cx="990600" cy="2286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20C5E8"/>
                </a:solidFill>
                <a:latin typeface="DejaVu Sans"/>
                <a:ea typeface="DejaVu Sans"/>
                <a:cs typeface="DejaVu Sans"/>
              </a:defRPr>
            </a:pPr>
            <a:r>
              <a:rPr sz="900" b="1">
                <a:solidFill>
                  <a:srgbClr val="20C5E8"/>
                </a:solidFill>
                <a:latin typeface="DejaVu Sans"/>
                <a:ea typeface="DejaVu Sans"/>
                <a:cs typeface="DejaVu Sans"/>
              </a:rPr>
              <a:t>ECU</a:t>
            </a:r>
          </a:p>
        </p:txBody>
      </p:sp>
      <p:sp>
        <p:nvSpPr>
          <p:cNvPr id="21" name="">
            <a:extLst xmlns:a="http://schemas.openxmlformats.org/drawingml/2006/main">
              <a:ext uri="{FF2B5EF4-FFF2-40B4-BE49-F238E27FC236}">
                <a16:creationId xmlns:a16="http://schemas.microsoft.com/office/drawing/2014/main" id="{2338CA16-42A9-4B70-827E-F901CF7D875C}"/>
              </a:ext>
            </a:extLst>
          </p:cNvPr>
          <p:cNvSpPr>
            <a:spLocks xmlns:a="http://schemas.openxmlformats.org/drawingml/2006/main" noGrp="1"/>
          </p:cNvSpPr>
          <p:nvPr/>
        </p:nvSpPr>
        <p:spPr>
          <a:xfrm xmlns:a="http://schemas.openxmlformats.org/drawingml/2006/main">
            <a:off x="8077200" y="2819400"/>
            <a:ext cx="99060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9803"/>
          </a:bodyPr>
          <a:lstStyle xmlns:a="http://schemas.openxmlformats.org/drawingml/2006/main"/>
          <a:p xmlns:a="http://schemas.openxmlformats.org/drawingml/2006/main">
            <a:pPr algn="ctr">
              <a:defRPr sz="863" b="0">
                <a:solidFill>
                  <a:srgbClr val="53637A"/>
                </a:solidFill>
                <a:latin typeface="DejaVu Sans"/>
                <a:ea typeface="DejaVu Sans"/>
                <a:cs typeface="DejaVu Sans"/>
              </a:defRPr>
            </a:pPr>
            <a:r>
              <a:rPr sz="863" b="0">
                <a:solidFill>
                  <a:srgbClr val="53637A"/>
                </a:solidFill>
                <a:latin typeface="DejaVu Sans"/>
                <a:ea typeface="DejaVu Sans"/>
                <a:cs typeface="DejaVu Sans"/>
              </a:rPr>
              <a:t>αποφασίζει</a:t>
            </a:r>
          </a:p>
        </p:txBody>
      </p:sp>
      <p:sp>
        <p:nvSpPr>
          <p:cNvPr id="22" name="">
            <a:extLst xmlns:a="http://schemas.openxmlformats.org/drawingml/2006/main">
              <a:ext uri="{FF2B5EF4-FFF2-40B4-BE49-F238E27FC236}">
                <a16:creationId xmlns:a16="http://schemas.microsoft.com/office/drawing/2014/main" id="{47FFDF47-3411-4FFC-AD1F-C80DA99BAD0B}"/>
              </a:ext>
            </a:extLst>
          </p:cNvPr>
          <p:cNvSpPr>
            <a:spLocks xmlns:a="http://schemas.openxmlformats.org/drawingml/2006/main" noGrp="1"/>
          </p:cNvSpPr>
          <p:nvPr/>
        </p:nvSpPr>
        <p:spPr>
          <a:xfrm xmlns:a="http://schemas.openxmlformats.org/drawingml/2006/main">
            <a:off x="9467850" y="2447925"/>
            <a:ext cx="1143000" cy="704850"/>
          </a:xfrm>
          <a:prstGeom xmlns:a="http://schemas.openxmlformats.org/drawingml/2006/main" prst="roundRect">
            <a:avLst>
              <a:gd name="adj" fmla="val 10811"/>
            </a:avLst>
          </a:prstGeom>
          <a:solidFill xmlns:a="http://schemas.openxmlformats.org/drawingml/2006/main">
            <a:srgbClr val="F4F7FA"/>
          </a:solidFill>
          <a:ln xmlns:a="http://schemas.openxmlformats.org/drawingml/2006/main" w="14288">
            <a:solidFill>
              <a:srgbClr val="FFB000"/>
            </a:solidFill>
          </a:ln>
        </p:spPr>
      </p:sp>
      <p:sp>
        <p:nvSpPr>
          <p:cNvPr id="23" name="">
            <a:extLst xmlns:a="http://schemas.openxmlformats.org/drawingml/2006/main">
              <a:ext uri="{FF2B5EF4-FFF2-40B4-BE49-F238E27FC236}">
                <a16:creationId xmlns:a16="http://schemas.microsoft.com/office/drawing/2014/main" id="{92636103-9510-4C61-82AB-B894FC3E2928}"/>
              </a:ext>
            </a:extLst>
          </p:cNvPr>
          <p:cNvSpPr>
            <a:spLocks xmlns:a="http://schemas.openxmlformats.org/drawingml/2006/main" noGrp="1"/>
          </p:cNvSpPr>
          <p:nvPr/>
        </p:nvSpPr>
        <p:spPr>
          <a:xfrm xmlns:a="http://schemas.openxmlformats.org/drawingml/2006/main">
            <a:off x="9544050" y="2543175"/>
            <a:ext cx="990600" cy="2286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B000"/>
                </a:solidFill>
                <a:latin typeface="DejaVu Sans"/>
                <a:ea typeface="DejaVu Sans"/>
                <a:cs typeface="DejaVu Sans"/>
              </a:defRPr>
            </a:pPr>
            <a:r>
              <a:rPr sz="900" b="1">
                <a:solidFill>
                  <a:srgbClr val="FFB000"/>
                </a:solidFill>
                <a:latin typeface="DejaVu Sans"/>
                <a:ea typeface="DejaVu Sans"/>
                <a:cs typeface="DejaVu Sans"/>
              </a:rPr>
              <a:t>ΕΝΕΡΓΟΠ.</a:t>
            </a:r>
          </a:p>
        </p:txBody>
      </p:sp>
      <p:sp>
        <p:nvSpPr>
          <p:cNvPr id="24" name="">
            <a:extLst xmlns:a="http://schemas.openxmlformats.org/drawingml/2006/main">
              <a:ext uri="{FF2B5EF4-FFF2-40B4-BE49-F238E27FC236}">
                <a16:creationId xmlns:a16="http://schemas.microsoft.com/office/drawing/2014/main" id="{84590BA0-007D-43C3-AD4C-EC34DE15177B}"/>
              </a:ext>
            </a:extLst>
          </p:cNvPr>
          <p:cNvSpPr>
            <a:spLocks xmlns:a="http://schemas.openxmlformats.org/drawingml/2006/main" noGrp="1"/>
          </p:cNvSpPr>
          <p:nvPr/>
        </p:nvSpPr>
        <p:spPr>
          <a:xfrm xmlns:a="http://schemas.openxmlformats.org/drawingml/2006/main">
            <a:off x="9544050" y="2819400"/>
            <a:ext cx="99060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9803"/>
          </a:bodyPr>
          <a:lstStyle xmlns:a="http://schemas.openxmlformats.org/drawingml/2006/main"/>
          <a:p xmlns:a="http://schemas.openxmlformats.org/drawingml/2006/main">
            <a:pPr algn="ctr">
              <a:defRPr sz="863" b="0">
                <a:solidFill>
                  <a:srgbClr val="53637A"/>
                </a:solidFill>
                <a:latin typeface="DejaVu Sans"/>
                <a:ea typeface="DejaVu Sans"/>
                <a:cs typeface="DejaVu Sans"/>
              </a:defRPr>
            </a:pPr>
            <a:r>
              <a:rPr sz="863" b="0">
                <a:solidFill>
                  <a:srgbClr val="53637A"/>
                </a:solidFill>
                <a:latin typeface="DejaVu Sans"/>
                <a:ea typeface="DejaVu Sans"/>
                <a:cs typeface="DejaVu Sans"/>
              </a:rPr>
              <a:t>εκτελεί</a:t>
            </a:r>
          </a:p>
        </p:txBody>
      </p:sp>
      <p:sp>
        <p:nvSpPr>
          <p:cNvPr id="25" name="">
            <a:extLst xmlns:a="http://schemas.openxmlformats.org/drawingml/2006/main">
              <a:ext uri="{FF2B5EF4-FFF2-40B4-BE49-F238E27FC236}">
                <a16:creationId xmlns:a16="http://schemas.microsoft.com/office/drawing/2014/main" id="{2AAE2AAC-7686-4547-BBB0-3FE5509F520A}"/>
              </a:ext>
            </a:extLst>
          </p:cNvPr>
          <p:cNvSpPr>
            <a:spLocks xmlns:a="http://schemas.openxmlformats.org/drawingml/2006/main" noGrp="1"/>
          </p:cNvSpPr>
          <p:nvPr/>
        </p:nvSpPr>
        <p:spPr>
          <a:xfrm xmlns:a="http://schemas.openxmlformats.org/drawingml/2006/main">
            <a:off x="7677150" y="2781300"/>
            <a:ext cx="323850" cy="47625"/>
          </a:xfrm>
          <a:prstGeom xmlns:a="http://schemas.openxmlformats.org/drawingml/2006/main" prst="rect">
            <a:avLst/>
          </a:prstGeom>
          <a:solidFill xmlns:a="http://schemas.openxmlformats.org/drawingml/2006/main">
            <a:srgbClr val="C9D5E3"/>
          </a:solidFill>
          <a:ln xmlns:a="http://schemas.openxmlformats.org/drawingml/2006/main" w="0">
            <a:solidFill>
              <a:srgbClr val="C9D5E3"/>
            </a:solidFill>
          </a:ln>
        </p:spPr>
      </p:sp>
      <p:sp>
        <p:nvSpPr>
          <p:cNvPr id="26" name="">
            <a:extLst xmlns:a="http://schemas.openxmlformats.org/drawingml/2006/main">
              <a:ext uri="{FF2B5EF4-FFF2-40B4-BE49-F238E27FC236}">
                <a16:creationId xmlns:a16="http://schemas.microsoft.com/office/drawing/2014/main" id="{27E84304-D83B-4209-91A3-4ADE8E2FB54C}"/>
              </a:ext>
            </a:extLst>
          </p:cNvPr>
          <p:cNvSpPr>
            <a:spLocks xmlns:a="http://schemas.openxmlformats.org/drawingml/2006/main" noGrp="1"/>
          </p:cNvSpPr>
          <p:nvPr/>
        </p:nvSpPr>
        <p:spPr>
          <a:xfrm xmlns:a="http://schemas.openxmlformats.org/drawingml/2006/main">
            <a:off x="9144000" y="2781300"/>
            <a:ext cx="323850" cy="47625"/>
          </a:xfrm>
          <a:prstGeom xmlns:a="http://schemas.openxmlformats.org/drawingml/2006/main" prst="rect">
            <a:avLst/>
          </a:prstGeom>
          <a:solidFill xmlns:a="http://schemas.openxmlformats.org/drawingml/2006/main">
            <a:srgbClr val="C9D5E3"/>
          </a:solidFill>
          <a:ln xmlns:a="http://schemas.openxmlformats.org/drawingml/2006/main" w="0">
            <a:solidFill>
              <a:srgbClr val="C9D5E3"/>
            </a:solidFill>
          </a:ln>
        </p:spPr>
      </p:sp>
      <p:sp>
        <p:nvSpPr>
          <p:cNvPr id="27" name="">
            <a:extLst xmlns:a="http://schemas.openxmlformats.org/drawingml/2006/main">
              <a:ext uri="{FF2B5EF4-FFF2-40B4-BE49-F238E27FC236}">
                <a16:creationId xmlns:a16="http://schemas.microsoft.com/office/drawing/2014/main" id="{A4873119-1600-4142-894F-E5A0989C4FEB}"/>
              </a:ext>
            </a:extLst>
          </p:cNvPr>
          <p:cNvSpPr>
            <a:spLocks xmlns:a="http://schemas.openxmlformats.org/drawingml/2006/main" noGrp="1"/>
          </p:cNvSpPr>
          <p:nvPr/>
        </p:nvSpPr>
        <p:spPr>
          <a:xfrm xmlns:a="http://schemas.openxmlformats.org/drawingml/2006/main">
            <a:off x="6762750" y="3667125"/>
            <a:ext cx="3619500" cy="8572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Η σωστή διάγνωση απαιτεί να παρακολουθούμε ολόκληρη τη διαδρομή της πληροφορίας.</a:t>
            </a:r>
          </a:p>
        </p:txBody>
      </p:sp>
      <p:sp>
        <p:nvSpPr>
          <p:cNvPr id="28" name="">
            <a:extLst xmlns:a="http://schemas.openxmlformats.org/drawingml/2006/main">
              <a:ext uri="{FF2B5EF4-FFF2-40B4-BE49-F238E27FC236}">
                <a16:creationId xmlns:a16="http://schemas.microsoft.com/office/drawing/2014/main" id="{AF126A76-9F61-4B02-9A02-BAC33BCE033B}"/>
              </a:ext>
            </a:extLst>
          </p:cNvPr>
          <p:cNvSpPr>
            <a:spLocks xmlns:a="http://schemas.openxmlformats.org/drawingml/2006/main" noGrp="1"/>
          </p:cNvSpPr>
          <p:nvPr/>
        </p:nvSpPr>
        <p:spPr>
          <a:xfrm xmlns:a="http://schemas.openxmlformats.org/drawingml/2006/main">
            <a:off x="609600" y="6477000"/>
            <a:ext cx="44767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l">
              <a:defRPr sz="788" b="0">
                <a:solidFill>
                  <a:srgbClr val="53637A"/>
                </a:solidFill>
                <a:latin typeface="DejaVu Sans"/>
                <a:ea typeface="DejaVu Sans"/>
                <a:cs typeface="DejaVu Sans"/>
              </a:defRPr>
            </a:pPr>
            <a:r>
              <a:rPr sz="788" b="0">
                <a:solidFill>
                  <a:srgbClr val="53637A"/>
                </a:solidFill>
                <a:latin typeface="DejaVu Sans"/>
                <a:ea typeface="DejaVu Sans"/>
                <a:cs typeface="DejaVu Sans"/>
              </a:rPr>
              <a:t>Δίκτυα και Επικοινωνία Οχημάτων</a:t>
            </a:r>
          </a:p>
        </p:txBody>
      </p:sp>
      <p:sp>
        <p:nvSpPr>
          <p:cNvPr id="29" name="">
            <a:extLst xmlns:a="http://schemas.openxmlformats.org/drawingml/2006/main">
              <a:ext uri="{FF2B5EF4-FFF2-40B4-BE49-F238E27FC236}">
                <a16:creationId xmlns:a16="http://schemas.microsoft.com/office/drawing/2014/main" id="{43F235BE-042F-47F8-9586-CACCC7A3945E}"/>
              </a:ext>
            </a:extLst>
          </p:cNvPr>
          <p:cNvSpPr>
            <a:spLocks xmlns:a="http://schemas.openxmlformats.org/drawingml/2006/main" noGrp="1"/>
          </p:cNvSpPr>
          <p:nvPr/>
        </p:nvSpPr>
        <p:spPr>
          <a:xfrm xmlns:a="http://schemas.openxmlformats.org/drawingml/2006/main">
            <a:off x="11049000" y="6477000"/>
            <a:ext cx="5143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r">
              <a:defRPr sz="788" b="1">
                <a:solidFill>
                  <a:srgbClr val="53637A"/>
                </a:solidFill>
                <a:latin typeface="DejaVu Sans"/>
                <a:ea typeface="DejaVu Sans"/>
                <a:cs typeface="DejaVu Sans"/>
              </a:defRPr>
            </a:pPr>
            <a:r>
              <a:rPr sz="788" b="1">
                <a:solidFill>
                  <a:srgbClr val="53637A"/>
                </a:solidFill>
                <a:latin typeface="DejaVu Sans"/>
                <a:ea typeface="DejaVu Sans"/>
                <a:cs typeface="DejaVu Sans"/>
              </a:rPr>
              <a:t>02</a:t>
            </a:r>
          </a:p>
        </p:txBody>
      </p:sp>
    </p:spTree>
    <p:extLst>
      <p:ext uri="{BB962C8B-B14F-4D97-AF65-F5344CB8AC3E}">
        <p14:creationId xmlns:p14="http://schemas.microsoft.com/office/powerpoint/2010/main" val="134810802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50CE3E8-66CF-4D64-A10D-7FFC88D276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426"/>
          </a:solidFill>
          <a:ln xmlns:a="http://schemas.openxmlformats.org/drawingml/2006/main" w="0">
            <a:solidFill>
              <a:srgbClr val="071426"/>
            </a:solidFill>
          </a:ln>
        </p:spPr>
      </p:sp>
      <p:sp>
        <p:nvSpPr>
          <p:cNvPr id="2" name="">
            <a:extLst xmlns:a="http://schemas.openxmlformats.org/drawingml/2006/main">
              <a:ext uri="{FF2B5EF4-FFF2-40B4-BE49-F238E27FC236}">
                <a16:creationId xmlns:a16="http://schemas.microsoft.com/office/drawing/2014/main" id="{6F8744E4-EFA4-45D3-8DFC-324A1B17960E}"/>
              </a:ext>
            </a:extLst>
          </p:cNvPr>
          <p:cNvSpPr>
            <a:spLocks xmlns:a="http://schemas.openxmlformats.org/drawingml/2006/main" noGrp="1"/>
          </p:cNvSpPr>
          <p:nvPr/>
        </p:nvSpPr>
        <p:spPr>
          <a:xfrm xmlns:a="http://schemas.openxmlformats.org/drawingml/2006/main">
            <a:off x="609600" y="209550"/>
            <a:ext cx="590550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0C5E8"/>
                </a:solidFill>
                <a:latin typeface="DejaVu Sans"/>
                <a:ea typeface="DejaVu Sans"/>
                <a:cs typeface="DejaVu Sans"/>
              </a:defRPr>
            </a:pPr>
            <a:r>
              <a:rPr sz="900" b="1">
                <a:solidFill>
                  <a:srgbClr val="20C5E8"/>
                </a:solidFill>
                <a:latin typeface="DejaVu Sans"/>
                <a:ea typeface="DejaVu Sans"/>
                <a:cs typeface="DejaVu Sans"/>
              </a:rPr>
              <a:t>02 · ΜΕΓΆΛΗ ΕΙΚΌΝΑ</a:t>
            </a:r>
          </a:p>
        </p:txBody>
      </p:sp>
      <p:sp>
        <p:nvSpPr>
          <p:cNvPr id="3" name="">
            <a:extLst xmlns:a="http://schemas.openxmlformats.org/drawingml/2006/main">
              <a:ext uri="{FF2B5EF4-FFF2-40B4-BE49-F238E27FC236}">
                <a16:creationId xmlns:a16="http://schemas.microsoft.com/office/drawing/2014/main" id="{9E9C92F2-D022-4EFF-89E4-F0321B59C34A}"/>
              </a:ext>
            </a:extLst>
          </p:cNvPr>
          <p:cNvSpPr>
            <a:spLocks xmlns:a="http://schemas.openxmlformats.org/drawingml/2006/main" noGrp="1"/>
          </p:cNvSpPr>
          <p:nvPr/>
        </p:nvSpPr>
        <p:spPr>
          <a:xfrm xmlns:a="http://schemas.openxmlformats.org/drawingml/2006/main">
            <a:off x="609600" y="466725"/>
            <a:ext cx="10858500" cy="647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F7FAFD"/>
                </a:solidFill>
                <a:latin typeface="DejaVu Sans"/>
                <a:ea typeface="DejaVu Sans"/>
                <a:cs typeface="DejaVu Sans"/>
              </a:defRPr>
            </a:pPr>
            <a:r>
              <a:rPr sz="2925" b="1">
                <a:solidFill>
                  <a:srgbClr val="F7FAFD"/>
                </a:solidFill>
                <a:latin typeface="DejaVu Sans"/>
                <a:ea typeface="DejaVu Sans"/>
                <a:cs typeface="DejaVu Sans"/>
              </a:rPr>
              <a:t>Το σύγχρονο όχημα είναι ένα δίκτυο</a:t>
            </a:r>
          </a:p>
        </p:txBody>
      </p:sp>
      <p:sp>
        <p:nvSpPr>
          <p:cNvPr id="4" name="">
            <a:extLst xmlns:a="http://schemas.openxmlformats.org/drawingml/2006/main">
              <a:ext uri="{FF2B5EF4-FFF2-40B4-BE49-F238E27FC236}">
                <a16:creationId xmlns:a16="http://schemas.microsoft.com/office/drawing/2014/main" id="{163B273E-493D-41D8-9D97-F4233008601A}"/>
              </a:ext>
            </a:extLst>
          </p:cNvPr>
          <p:cNvSpPr>
            <a:spLocks xmlns:a="http://schemas.openxmlformats.org/drawingml/2006/main" noGrp="1"/>
          </p:cNvSpPr>
          <p:nvPr/>
        </p:nvSpPr>
        <p:spPr>
          <a:xfrm xmlns:a="http://schemas.openxmlformats.org/drawingml/2006/main">
            <a:off x="609600" y="1200150"/>
            <a:ext cx="781050" cy="47625"/>
          </a:xfrm>
          <a:prstGeom xmlns:a="http://schemas.openxmlformats.org/drawingml/2006/main" prst="rect">
            <a:avLst/>
          </a:prstGeom>
          <a:solidFill xmlns:a="http://schemas.openxmlformats.org/drawingml/2006/main">
            <a:srgbClr val="20C5E8"/>
          </a:solidFill>
          <a:ln xmlns:a="http://schemas.openxmlformats.org/drawingml/2006/main" w="0">
            <a:solidFill>
              <a:srgbClr val="20C5E8"/>
            </a:solidFill>
          </a:ln>
        </p:spPr>
      </p:sp>
      <p:sp>
        <p:nvSpPr>
          <p:cNvPr id="5" name="">
            <a:extLst xmlns:a="http://schemas.openxmlformats.org/drawingml/2006/main">
              <a:ext uri="{FF2B5EF4-FFF2-40B4-BE49-F238E27FC236}">
                <a16:creationId xmlns:a16="http://schemas.microsoft.com/office/drawing/2014/main" id="{E0E5C1E5-39EE-4046-BD26-574F8A6569A0}"/>
              </a:ext>
            </a:extLst>
          </p:cNvPr>
          <p:cNvSpPr>
            <a:spLocks xmlns:a="http://schemas.openxmlformats.org/drawingml/2006/main" noGrp="1"/>
          </p:cNvSpPr>
          <p:nvPr/>
        </p:nvSpPr>
        <p:spPr>
          <a:xfrm xmlns:a="http://schemas.openxmlformats.org/drawingml/2006/main">
            <a:off x="628650" y="1381125"/>
            <a:ext cx="80962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9CADC2"/>
                </a:solidFill>
                <a:latin typeface="DejaVu Sans"/>
                <a:ea typeface="DejaVu Sans"/>
                <a:cs typeface="DejaVu Sans"/>
              </a:defRPr>
            </a:pPr>
            <a:r>
              <a:rPr sz="1350" b="0">
                <a:solidFill>
                  <a:srgbClr val="9CADC2"/>
                </a:solidFill>
                <a:latin typeface="DejaVu Sans"/>
                <a:ea typeface="DejaVu Sans"/>
                <a:cs typeface="DejaVu Sans"/>
              </a:rPr>
              <a:t>Πολλές μονάδες · κοινός δίαυλος · συμφωνημένοι κανόνες</a:t>
            </a:r>
          </a:p>
        </p:txBody>
      </p:sp>
      <p:sp>
        <p:nvSpPr>
          <p:cNvPr id="6" name="">
            <a:extLst xmlns:a="http://schemas.openxmlformats.org/drawingml/2006/main">
              <a:ext uri="{FF2B5EF4-FFF2-40B4-BE49-F238E27FC236}">
                <a16:creationId xmlns:a16="http://schemas.microsoft.com/office/drawing/2014/main" id="{6038E9B9-136A-43CD-8A8A-705825D69C2B}"/>
              </a:ext>
            </a:extLst>
          </p:cNvPr>
          <p:cNvSpPr>
            <a:spLocks xmlns:a="http://schemas.openxmlformats.org/drawingml/2006/main" noGrp="1"/>
          </p:cNvSpPr>
          <p:nvPr/>
        </p:nvSpPr>
        <p:spPr>
          <a:xfrm xmlns:a="http://schemas.openxmlformats.org/drawingml/2006/main">
            <a:off x="1695450" y="3276600"/>
            <a:ext cx="8572500" cy="209550"/>
          </a:xfrm>
          <a:prstGeom xmlns:a="http://schemas.openxmlformats.org/drawingml/2006/main" prst="roundRect">
            <a:avLst>
              <a:gd name="adj" fmla="val 36364"/>
            </a:avLst>
          </a:prstGeom>
          <a:solidFill xmlns:a="http://schemas.openxmlformats.org/drawingml/2006/main">
            <a:srgbClr val="20C5E8"/>
          </a:solidFill>
          <a:ln xmlns:a="http://schemas.openxmlformats.org/drawingml/2006/main" w="0">
            <a:solidFill>
              <a:srgbClr val="20C5E8"/>
            </a:solidFill>
          </a:ln>
        </p:spPr>
      </p:sp>
      <p:sp>
        <p:nvSpPr>
          <p:cNvPr id="7" name="">
            <a:extLst xmlns:a="http://schemas.openxmlformats.org/drawingml/2006/main">
              <a:ext uri="{FF2B5EF4-FFF2-40B4-BE49-F238E27FC236}">
                <a16:creationId xmlns:a16="http://schemas.microsoft.com/office/drawing/2014/main" id="{05FBDA0B-7634-4DA9-B4FD-0F15BA41A078}"/>
              </a:ext>
            </a:extLst>
          </p:cNvPr>
          <p:cNvSpPr>
            <a:spLocks xmlns:a="http://schemas.openxmlformats.org/drawingml/2006/main" noGrp="1"/>
          </p:cNvSpPr>
          <p:nvPr/>
        </p:nvSpPr>
        <p:spPr>
          <a:xfrm xmlns:a="http://schemas.openxmlformats.org/drawingml/2006/main">
            <a:off x="4095750" y="3219450"/>
            <a:ext cx="38100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071426"/>
                </a:solidFill>
                <a:latin typeface="DejaVu Sans"/>
                <a:ea typeface="DejaVu Sans"/>
                <a:cs typeface="DejaVu Sans"/>
              </a:defRPr>
            </a:pPr>
            <a:r>
              <a:rPr sz="975" b="1">
                <a:solidFill>
                  <a:srgbClr val="071426"/>
                </a:solidFill>
                <a:latin typeface="DejaVu Sans"/>
                <a:ea typeface="DejaVu Sans"/>
                <a:cs typeface="DejaVu Sans"/>
              </a:rPr>
              <a:t>ΚΟΙΝΟΣ ΔΙΑΥΛΟΣ ΔΕΔΟΜΕΝΩΝ</a:t>
            </a:r>
          </a:p>
        </p:txBody>
      </p:sp>
      <p:sp>
        <p:nvSpPr>
          <p:cNvPr id="8" name="">
            <a:extLst xmlns:a="http://schemas.openxmlformats.org/drawingml/2006/main">
              <a:ext uri="{FF2B5EF4-FFF2-40B4-BE49-F238E27FC236}">
                <a16:creationId xmlns:a16="http://schemas.microsoft.com/office/drawing/2014/main" id="{37FD4A11-BFAC-47CF-8A4F-3A8D6836DCFD}"/>
              </a:ext>
            </a:extLst>
          </p:cNvPr>
          <p:cNvSpPr>
            <a:spLocks xmlns:a="http://schemas.openxmlformats.org/drawingml/2006/main" noGrp="1"/>
          </p:cNvSpPr>
          <p:nvPr/>
        </p:nvSpPr>
        <p:spPr>
          <a:xfrm xmlns:a="http://schemas.openxmlformats.org/drawingml/2006/main">
            <a:off x="1047750" y="2143125"/>
            <a:ext cx="2190750" cy="885825"/>
          </a:xfrm>
          <a:prstGeom xmlns:a="http://schemas.openxmlformats.org/drawingml/2006/main" prst="roundRect">
            <a:avLst>
              <a:gd name="adj" fmla="val 8602"/>
            </a:avLst>
          </a:prstGeom>
          <a:solidFill xmlns:a="http://schemas.openxmlformats.org/drawingml/2006/main">
            <a:srgbClr val="0B1D33"/>
          </a:solidFill>
          <a:ln xmlns:a="http://schemas.openxmlformats.org/drawingml/2006/main" w="14288">
            <a:solidFill>
              <a:srgbClr val="2F76FF"/>
            </a:solidFill>
          </a:ln>
        </p:spPr>
      </p:sp>
      <p:sp>
        <p:nvSpPr>
          <p:cNvPr id="9" name="">
            <a:extLst xmlns:a="http://schemas.openxmlformats.org/drawingml/2006/main">
              <a:ext uri="{FF2B5EF4-FFF2-40B4-BE49-F238E27FC236}">
                <a16:creationId xmlns:a16="http://schemas.microsoft.com/office/drawing/2014/main" id="{F606CEB1-4FF4-4626-BF9F-ED1A07525F79}"/>
              </a:ext>
            </a:extLst>
          </p:cNvPr>
          <p:cNvSpPr>
            <a:spLocks xmlns:a="http://schemas.openxmlformats.org/drawingml/2006/main" noGrp="1"/>
          </p:cNvSpPr>
          <p:nvPr/>
        </p:nvSpPr>
        <p:spPr>
          <a:xfrm xmlns:a="http://schemas.openxmlformats.org/drawingml/2006/main">
            <a:off x="1181100" y="2286000"/>
            <a:ext cx="19240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2F76FF"/>
                </a:solidFill>
                <a:latin typeface="DejaVu Sans"/>
                <a:ea typeface="DejaVu Sans"/>
                <a:cs typeface="DejaVu Sans"/>
              </a:defRPr>
            </a:pPr>
            <a:r>
              <a:rPr sz="1125" b="1">
                <a:solidFill>
                  <a:srgbClr val="2F76FF"/>
                </a:solidFill>
                <a:latin typeface="DejaVu Sans"/>
                <a:ea typeface="DejaVu Sans"/>
                <a:cs typeface="DejaVu Sans"/>
              </a:rPr>
              <a:t>ECU ΚΙΝΗΤΗΡΑ</a:t>
            </a:r>
          </a:p>
        </p:txBody>
      </p:sp>
      <p:sp>
        <p:nvSpPr>
          <p:cNvPr id="10" name="">
            <a:extLst xmlns:a="http://schemas.openxmlformats.org/drawingml/2006/main">
              <a:ext uri="{FF2B5EF4-FFF2-40B4-BE49-F238E27FC236}">
                <a16:creationId xmlns:a16="http://schemas.microsoft.com/office/drawing/2014/main" id="{8B1F1411-5899-46CF-8BF3-D7F388F492F2}"/>
              </a:ext>
            </a:extLst>
          </p:cNvPr>
          <p:cNvSpPr>
            <a:spLocks xmlns:a="http://schemas.openxmlformats.org/drawingml/2006/main" noGrp="1"/>
          </p:cNvSpPr>
          <p:nvPr/>
        </p:nvSpPr>
        <p:spPr>
          <a:xfrm xmlns:a="http://schemas.openxmlformats.org/drawingml/2006/main">
            <a:off x="1181100" y="2609850"/>
            <a:ext cx="1924050" cy="238125"/>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ροπή · στροφές</a:t>
            </a:r>
          </a:p>
        </p:txBody>
      </p:sp>
      <p:sp>
        <p:nvSpPr>
          <p:cNvPr id="11" name="">
            <a:extLst xmlns:a="http://schemas.openxmlformats.org/drawingml/2006/main">
              <a:ext uri="{FF2B5EF4-FFF2-40B4-BE49-F238E27FC236}">
                <a16:creationId xmlns:a16="http://schemas.microsoft.com/office/drawing/2014/main" id="{682A5839-D5DC-4CD5-90A0-899BE9ED1BAC}"/>
              </a:ext>
            </a:extLst>
          </p:cNvPr>
          <p:cNvSpPr>
            <a:spLocks xmlns:a="http://schemas.openxmlformats.org/drawingml/2006/main" noGrp="1"/>
          </p:cNvSpPr>
          <p:nvPr/>
        </p:nvSpPr>
        <p:spPr>
          <a:xfrm xmlns:a="http://schemas.openxmlformats.org/drawingml/2006/main">
            <a:off x="2105025" y="3028950"/>
            <a:ext cx="76200" cy="247650"/>
          </a:xfrm>
          <a:prstGeom xmlns:a="http://schemas.openxmlformats.org/drawingml/2006/main" prst="rect">
            <a:avLst/>
          </a:prstGeom>
          <a:solidFill xmlns:a="http://schemas.openxmlformats.org/drawingml/2006/main">
            <a:srgbClr val="2F76FF"/>
          </a:solidFill>
          <a:ln xmlns:a="http://schemas.openxmlformats.org/drawingml/2006/main" w="0">
            <a:solidFill>
              <a:srgbClr val="2F76FF"/>
            </a:solidFill>
          </a:ln>
        </p:spPr>
      </p:sp>
      <p:sp>
        <p:nvSpPr>
          <p:cNvPr id="12" name="">
            <a:extLst xmlns:a="http://schemas.openxmlformats.org/drawingml/2006/main">
              <a:ext uri="{FF2B5EF4-FFF2-40B4-BE49-F238E27FC236}">
                <a16:creationId xmlns:a16="http://schemas.microsoft.com/office/drawing/2014/main" id="{66C2E435-438D-41ED-8E36-E180F61A9F0C}"/>
              </a:ext>
            </a:extLst>
          </p:cNvPr>
          <p:cNvSpPr>
            <a:spLocks xmlns:a="http://schemas.openxmlformats.org/drawingml/2006/main" noGrp="1"/>
          </p:cNvSpPr>
          <p:nvPr/>
        </p:nvSpPr>
        <p:spPr>
          <a:xfrm xmlns:a="http://schemas.openxmlformats.org/drawingml/2006/main">
            <a:off x="3676650" y="2143125"/>
            <a:ext cx="2190750" cy="885825"/>
          </a:xfrm>
          <a:prstGeom xmlns:a="http://schemas.openxmlformats.org/drawingml/2006/main" prst="roundRect">
            <a:avLst>
              <a:gd name="adj" fmla="val 8602"/>
            </a:avLst>
          </a:prstGeom>
          <a:solidFill xmlns:a="http://schemas.openxmlformats.org/drawingml/2006/main">
            <a:srgbClr val="0B1D33"/>
          </a:solidFill>
          <a:ln xmlns:a="http://schemas.openxmlformats.org/drawingml/2006/main" w="14288">
            <a:solidFill>
              <a:srgbClr val="22AE68"/>
            </a:solidFill>
          </a:ln>
        </p:spPr>
      </p:sp>
      <p:sp>
        <p:nvSpPr>
          <p:cNvPr id="13" name="">
            <a:extLst xmlns:a="http://schemas.openxmlformats.org/drawingml/2006/main">
              <a:ext uri="{FF2B5EF4-FFF2-40B4-BE49-F238E27FC236}">
                <a16:creationId xmlns:a16="http://schemas.microsoft.com/office/drawing/2014/main" id="{87D0DFE4-0199-4E97-8B3F-6DA7F3A35E7D}"/>
              </a:ext>
            </a:extLst>
          </p:cNvPr>
          <p:cNvSpPr>
            <a:spLocks xmlns:a="http://schemas.openxmlformats.org/drawingml/2006/main" noGrp="1"/>
          </p:cNvSpPr>
          <p:nvPr/>
        </p:nvSpPr>
        <p:spPr>
          <a:xfrm xmlns:a="http://schemas.openxmlformats.org/drawingml/2006/main">
            <a:off x="3810000" y="2286000"/>
            <a:ext cx="19240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22AE68"/>
                </a:solidFill>
                <a:latin typeface="DejaVu Sans"/>
                <a:ea typeface="DejaVu Sans"/>
                <a:cs typeface="DejaVu Sans"/>
              </a:defRPr>
            </a:pPr>
            <a:r>
              <a:rPr sz="1125" b="1">
                <a:solidFill>
                  <a:srgbClr val="22AE68"/>
                </a:solidFill>
                <a:latin typeface="DejaVu Sans"/>
                <a:ea typeface="DejaVu Sans"/>
                <a:cs typeface="DejaVu Sans"/>
              </a:rPr>
              <a:t>ABS / ESP</a:t>
            </a:r>
          </a:p>
        </p:txBody>
      </p:sp>
      <p:sp>
        <p:nvSpPr>
          <p:cNvPr id="14" name="">
            <a:extLst xmlns:a="http://schemas.openxmlformats.org/drawingml/2006/main">
              <a:ext uri="{FF2B5EF4-FFF2-40B4-BE49-F238E27FC236}">
                <a16:creationId xmlns:a16="http://schemas.microsoft.com/office/drawing/2014/main" id="{9360ED65-E961-41BB-A830-E902F1E003E5}"/>
              </a:ext>
            </a:extLst>
          </p:cNvPr>
          <p:cNvSpPr>
            <a:spLocks xmlns:a="http://schemas.openxmlformats.org/drawingml/2006/main" noGrp="1"/>
          </p:cNvSpPr>
          <p:nvPr/>
        </p:nvSpPr>
        <p:spPr>
          <a:xfrm xmlns:a="http://schemas.openxmlformats.org/drawingml/2006/main">
            <a:off x="3810000" y="2609850"/>
            <a:ext cx="1924050" cy="238125"/>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ταχύτητα τροχών</a:t>
            </a:r>
          </a:p>
        </p:txBody>
      </p:sp>
      <p:sp>
        <p:nvSpPr>
          <p:cNvPr id="15" name="">
            <a:extLst xmlns:a="http://schemas.openxmlformats.org/drawingml/2006/main">
              <a:ext uri="{FF2B5EF4-FFF2-40B4-BE49-F238E27FC236}">
                <a16:creationId xmlns:a16="http://schemas.microsoft.com/office/drawing/2014/main" id="{2A137639-3F3B-42C3-8150-B0C35389D3B9}"/>
              </a:ext>
            </a:extLst>
          </p:cNvPr>
          <p:cNvSpPr>
            <a:spLocks xmlns:a="http://schemas.openxmlformats.org/drawingml/2006/main" noGrp="1"/>
          </p:cNvSpPr>
          <p:nvPr/>
        </p:nvSpPr>
        <p:spPr>
          <a:xfrm xmlns:a="http://schemas.openxmlformats.org/drawingml/2006/main">
            <a:off x="4733925" y="3028950"/>
            <a:ext cx="76200" cy="247650"/>
          </a:xfrm>
          <a:prstGeom xmlns:a="http://schemas.openxmlformats.org/drawingml/2006/main" prst="rect">
            <a:avLst/>
          </a:prstGeom>
          <a:solidFill xmlns:a="http://schemas.openxmlformats.org/drawingml/2006/main">
            <a:srgbClr val="22AE68"/>
          </a:solidFill>
          <a:ln xmlns:a="http://schemas.openxmlformats.org/drawingml/2006/main" w="0">
            <a:solidFill>
              <a:srgbClr val="22AE68"/>
            </a:solidFill>
          </a:ln>
        </p:spPr>
      </p:sp>
      <p:sp>
        <p:nvSpPr>
          <p:cNvPr id="16" name="">
            <a:extLst xmlns:a="http://schemas.openxmlformats.org/drawingml/2006/main">
              <a:ext uri="{FF2B5EF4-FFF2-40B4-BE49-F238E27FC236}">
                <a16:creationId xmlns:a16="http://schemas.microsoft.com/office/drawing/2014/main" id="{199B8ADC-17EB-4527-99BF-A7A6E18B7CF5}"/>
              </a:ext>
            </a:extLst>
          </p:cNvPr>
          <p:cNvSpPr>
            <a:spLocks xmlns:a="http://schemas.openxmlformats.org/drawingml/2006/main" noGrp="1"/>
          </p:cNvSpPr>
          <p:nvPr/>
        </p:nvSpPr>
        <p:spPr>
          <a:xfrm xmlns:a="http://schemas.openxmlformats.org/drawingml/2006/main">
            <a:off x="6305550" y="2143125"/>
            <a:ext cx="2190750" cy="885825"/>
          </a:xfrm>
          <a:prstGeom xmlns:a="http://schemas.openxmlformats.org/drawingml/2006/main" prst="roundRect">
            <a:avLst>
              <a:gd name="adj" fmla="val 8602"/>
            </a:avLst>
          </a:prstGeom>
          <a:solidFill xmlns:a="http://schemas.openxmlformats.org/drawingml/2006/main">
            <a:srgbClr val="0B1D33"/>
          </a:solidFill>
          <a:ln xmlns:a="http://schemas.openxmlformats.org/drawingml/2006/main" w="14288">
            <a:solidFill>
              <a:srgbClr val="8068D8"/>
            </a:solidFill>
          </a:ln>
        </p:spPr>
      </p:sp>
      <p:sp>
        <p:nvSpPr>
          <p:cNvPr id="17" name="">
            <a:extLst xmlns:a="http://schemas.openxmlformats.org/drawingml/2006/main">
              <a:ext uri="{FF2B5EF4-FFF2-40B4-BE49-F238E27FC236}">
                <a16:creationId xmlns:a16="http://schemas.microsoft.com/office/drawing/2014/main" id="{74AEBD21-317E-4BA6-AC09-57DE6342C6B6}"/>
              </a:ext>
            </a:extLst>
          </p:cNvPr>
          <p:cNvSpPr>
            <a:spLocks xmlns:a="http://schemas.openxmlformats.org/drawingml/2006/main" noGrp="1"/>
          </p:cNvSpPr>
          <p:nvPr/>
        </p:nvSpPr>
        <p:spPr>
          <a:xfrm xmlns:a="http://schemas.openxmlformats.org/drawingml/2006/main">
            <a:off x="6438900" y="2286000"/>
            <a:ext cx="19240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8068D8"/>
                </a:solidFill>
                <a:latin typeface="DejaVu Sans"/>
                <a:ea typeface="DejaVu Sans"/>
                <a:cs typeface="DejaVu Sans"/>
              </a:defRPr>
            </a:pPr>
            <a:r>
              <a:rPr sz="1125" b="1">
                <a:solidFill>
                  <a:srgbClr val="8068D8"/>
                </a:solidFill>
                <a:latin typeface="DejaVu Sans"/>
                <a:ea typeface="DejaVu Sans"/>
                <a:cs typeface="DejaVu Sans"/>
              </a:rPr>
              <a:t>BCM</a:t>
            </a:r>
          </a:p>
        </p:txBody>
      </p:sp>
      <p:sp>
        <p:nvSpPr>
          <p:cNvPr id="18" name="">
            <a:extLst xmlns:a="http://schemas.openxmlformats.org/drawingml/2006/main">
              <a:ext uri="{FF2B5EF4-FFF2-40B4-BE49-F238E27FC236}">
                <a16:creationId xmlns:a16="http://schemas.microsoft.com/office/drawing/2014/main" id="{E6ACD920-75C1-4AE5-BC93-71F8266C46CD}"/>
              </a:ext>
            </a:extLst>
          </p:cNvPr>
          <p:cNvSpPr>
            <a:spLocks xmlns:a="http://schemas.openxmlformats.org/drawingml/2006/main" noGrp="1"/>
          </p:cNvSpPr>
          <p:nvPr/>
        </p:nvSpPr>
        <p:spPr>
          <a:xfrm xmlns:a="http://schemas.openxmlformats.org/drawingml/2006/main">
            <a:off x="6438900" y="2609850"/>
            <a:ext cx="1924050" cy="238125"/>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φώτα · άνεση</a:t>
            </a:r>
          </a:p>
        </p:txBody>
      </p:sp>
      <p:sp>
        <p:nvSpPr>
          <p:cNvPr id="19" name="">
            <a:extLst xmlns:a="http://schemas.openxmlformats.org/drawingml/2006/main">
              <a:ext uri="{FF2B5EF4-FFF2-40B4-BE49-F238E27FC236}">
                <a16:creationId xmlns:a16="http://schemas.microsoft.com/office/drawing/2014/main" id="{34D4FFC7-E530-4A81-8591-ECCE81D4008F}"/>
              </a:ext>
            </a:extLst>
          </p:cNvPr>
          <p:cNvSpPr>
            <a:spLocks xmlns:a="http://schemas.openxmlformats.org/drawingml/2006/main" noGrp="1"/>
          </p:cNvSpPr>
          <p:nvPr/>
        </p:nvSpPr>
        <p:spPr>
          <a:xfrm xmlns:a="http://schemas.openxmlformats.org/drawingml/2006/main">
            <a:off x="7362825" y="3028950"/>
            <a:ext cx="76200" cy="247650"/>
          </a:xfrm>
          <a:prstGeom xmlns:a="http://schemas.openxmlformats.org/drawingml/2006/main" prst="rect">
            <a:avLst/>
          </a:prstGeom>
          <a:solidFill xmlns:a="http://schemas.openxmlformats.org/drawingml/2006/main">
            <a:srgbClr val="8068D8"/>
          </a:solidFill>
          <a:ln xmlns:a="http://schemas.openxmlformats.org/drawingml/2006/main" w="0">
            <a:solidFill>
              <a:srgbClr val="8068D8"/>
            </a:solidFill>
          </a:ln>
        </p:spPr>
      </p:sp>
      <p:sp>
        <p:nvSpPr>
          <p:cNvPr id="20" name="">
            <a:extLst xmlns:a="http://schemas.openxmlformats.org/drawingml/2006/main">
              <a:ext uri="{FF2B5EF4-FFF2-40B4-BE49-F238E27FC236}">
                <a16:creationId xmlns:a16="http://schemas.microsoft.com/office/drawing/2014/main" id="{DF23358F-5A34-4178-93E7-35B464474B51}"/>
              </a:ext>
            </a:extLst>
          </p:cNvPr>
          <p:cNvSpPr>
            <a:spLocks xmlns:a="http://schemas.openxmlformats.org/drawingml/2006/main" noGrp="1"/>
          </p:cNvSpPr>
          <p:nvPr/>
        </p:nvSpPr>
        <p:spPr>
          <a:xfrm xmlns:a="http://schemas.openxmlformats.org/drawingml/2006/main">
            <a:off x="8934450" y="2143125"/>
            <a:ext cx="2190750" cy="885825"/>
          </a:xfrm>
          <a:prstGeom xmlns:a="http://schemas.openxmlformats.org/drawingml/2006/main" prst="roundRect">
            <a:avLst>
              <a:gd name="adj" fmla="val 8602"/>
            </a:avLst>
          </a:prstGeom>
          <a:solidFill xmlns:a="http://schemas.openxmlformats.org/drawingml/2006/main">
            <a:srgbClr val="0B1D33"/>
          </a:solidFill>
          <a:ln xmlns:a="http://schemas.openxmlformats.org/drawingml/2006/main" w="14288">
            <a:solidFill>
              <a:srgbClr val="FFB000"/>
            </a:solidFill>
          </a:ln>
        </p:spPr>
      </p:sp>
      <p:sp>
        <p:nvSpPr>
          <p:cNvPr id="21" name="">
            <a:extLst xmlns:a="http://schemas.openxmlformats.org/drawingml/2006/main">
              <a:ext uri="{FF2B5EF4-FFF2-40B4-BE49-F238E27FC236}">
                <a16:creationId xmlns:a16="http://schemas.microsoft.com/office/drawing/2014/main" id="{46EB9BCD-C25C-4595-9164-43E70F8DCF6F}"/>
              </a:ext>
            </a:extLst>
          </p:cNvPr>
          <p:cNvSpPr>
            <a:spLocks xmlns:a="http://schemas.openxmlformats.org/drawingml/2006/main" noGrp="1"/>
          </p:cNvSpPr>
          <p:nvPr/>
        </p:nvSpPr>
        <p:spPr>
          <a:xfrm xmlns:a="http://schemas.openxmlformats.org/drawingml/2006/main">
            <a:off x="9067800" y="2286000"/>
            <a:ext cx="19240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B000"/>
                </a:solidFill>
                <a:latin typeface="DejaVu Sans"/>
                <a:ea typeface="DejaVu Sans"/>
                <a:cs typeface="DejaVu Sans"/>
              </a:defRPr>
            </a:pPr>
            <a:r>
              <a:rPr sz="1125" b="1">
                <a:solidFill>
                  <a:srgbClr val="FFB000"/>
                </a:solidFill>
                <a:latin typeface="DejaVu Sans"/>
                <a:ea typeface="DejaVu Sans"/>
                <a:cs typeface="DejaVu Sans"/>
              </a:rPr>
              <a:t>ΟΡΓΑΝΑ</a:t>
            </a:r>
          </a:p>
        </p:txBody>
      </p:sp>
      <p:sp>
        <p:nvSpPr>
          <p:cNvPr id="22" name="">
            <a:extLst xmlns:a="http://schemas.openxmlformats.org/drawingml/2006/main">
              <a:ext uri="{FF2B5EF4-FFF2-40B4-BE49-F238E27FC236}">
                <a16:creationId xmlns:a16="http://schemas.microsoft.com/office/drawing/2014/main" id="{C2380D4E-945D-455B-8565-A244ED827DE1}"/>
              </a:ext>
            </a:extLst>
          </p:cNvPr>
          <p:cNvSpPr>
            <a:spLocks xmlns:a="http://schemas.openxmlformats.org/drawingml/2006/main" noGrp="1"/>
          </p:cNvSpPr>
          <p:nvPr/>
        </p:nvSpPr>
        <p:spPr>
          <a:xfrm xmlns:a="http://schemas.openxmlformats.org/drawingml/2006/main">
            <a:off x="9067800" y="2609850"/>
            <a:ext cx="1924050" cy="238125"/>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ενδείξεις οδηγού</a:t>
            </a:r>
          </a:p>
        </p:txBody>
      </p:sp>
      <p:sp>
        <p:nvSpPr>
          <p:cNvPr id="23" name="">
            <a:extLst xmlns:a="http://schemas.openxmlformats.org/drawingml/2006/main">
              <a:ext uri="{FF2B5EF4-FFF2-40B4-BE49-F238E27FC236}">
                <a16:creationId xmlns:a16="http://schemas.microsoft.com/office/drawing/2014/main" id="{A1916564-3ED1-49C4-9A4A-7B7905CA6AEB}"/>
              </a:ext>
            </a:extLst>
          </p:cNvPr>
          <p:cNvSpPr>
            <a:spLocks xmlns:a="http://schemas.openxmlformats.org/drawingml/2006/main" noGrp="1"/>
          </p:cNvSpPr>
          <p:nvPr/>
        </p:nvSpPr>
        <p:spPr>
          <a:xfrm xmlns:a="http://schemas.openxmlformats.org/drawingml/2006/main">
            <a:off x="9991725" y="3028950"/>
            <a:ext cx="76200" cy="247650"/>
          </a:xfrm>
          <a:prstGeom xmlns:a="http://schemas.openxmlformats.org/drawingml/2006/main" prst="rect">
            <a:avLst/>
          </a:prstGeom>
          <a:solidFill xmlns:a="http://schemas.openxmlformats.org/drawingml/2006/main">
            <a:srgbClr val="FFB000"/>
          </a:solidFill>
          <a:ln xmlns:a="http://schemas.openxmlformats.org/drawingml/2006/main" w="0">
            <a:solidFill>
              <a:srgbClr val="FFB000"/>
            </a:solidFill>
          </a:ln>
        </p:spPr>
      </p:sp>
      <p:sp>
        <p:nvSpPr>
          <p:cNvPr id="24" name="">
            <a:extLst xmlns:a="http://schemas.openxmlformats.org/drawingml/2006/main">
              <a:ext uri="{FF2B5EF4-FFF2-40B4-BE49-F238E27FC236}">
                <a16:creationId xmlns:a16="http://schemas.microsoft.com/office/drawing/2014/main" id="{28710FA9-87F7-482D-AAF4-737A8A9525FE}"/>
              </a:ext>
            </a:extLst>
          </p:cNvPr>
          <p:cNvSpPr>
            <a:spLocks xmlns:a="http://schemas.openxmlformats.org/drawingml/2006/main" noGrp="1"/>
          </p:cNvSpPr>
          <p:nvPr/>
        </p:nvSpPr>
        <p:spPr>
          <a:xfrm xmlns:a="http://schemas.openxmlformats.org/drawingml/2006/main">
            <a:off x="1695450" y="4010025"/>
            <a:ext cx="4000500" cy="1181100"/>
          </a:xfrm>
          <a:prstGeom xmlns:a="http://schemas.openxmlformats.org/drawingml/2006/main" prst="roundRect">
            <a:avLst>
              <a:gd name="adj" fmla="val 6452"/>
            </a:avLst>
          </a:prstGeom>
          <a:solidFill xmlns:a="http://schemas.openxmlformats.org/drawingml/2006/main">
            <a:srgbClr val="0B1D33"/>
          </a:solidFill>
          <a:ln xmlns:a="http://schemas.openxmlformats.org/drawingml/2006/main" w="14288">
            <a:solidFill>
              <a:srgbClr val="1A4662"/>
            </a:solidFill>
          </a:ln>
        </p:spPr>
      </p:sp>
      <p:sp>
        <p:nvSpPr>
          <p:cNvPr id="25" name="">
            <a:extLst xmlns:a="http://schemas.openxmlformats.org/drawingml/2006/main">
              <a:ext uri="{FF2B5EF4-FFF2-40B4-BE49-F238E27FC236}">
                <a16:creationId xmlns:a16="http://schemas.microsoft.com/office/drawing/2014/main" id="{47ED3530-E861-4FE8-A570-7338C51D0C6E}"/>
              </a:ext>
            </a:extLst>
          </p:cNvPr>
          <p:cNvSpPr>
            <a:spLocks xmlns:a="http://schemas.openxmlformats.org/drawingml/2006/main" noGrp="1"/>
          </p:cNvSpPr>
          <p:nvPr/>
        </p:nvSpPr>
        <p:spPr>
          <a:xfrm xmlns:a="http://schemas.openxmlformats.org/drawingml/2006/main">
            <a:off x="1695450" y="4010025"/>
            <a:ext cx="85725" cy="1181100"/>
          </a:xfrm>
          <a:prstGeom xmlns:a="http://schemas.openxmlformats.org/drawingml/2006/main" prst="roundRect">
            <a:avLst>
              <a:gd name="adj" fmla="val 50000"/>
            </a:avLst>
          </a:prstGeom>
          <a:solidFill xmlns:a="http://schemas.openxmlformats.org/drawingml/2006/main">
            <a:srgbClr val="20C5E8"/>
          </a:solidFill>
          <a:ln xmlns:a="http://schemas.openxmlformats.org/drawingml/2006/main" w="0">
            <a:solidFill>
              <a:srgbClr val="20C5E8"/>
            </a:solidFill>
          </a:ln>
        </p:spPr>
      </p:sp>
      <p:sp>
        <p:nvSpPr>
          <p:cNvPr id="26" name="">
            <a:extLst xmlns:a="http://schemas.openxmlformats.org/drawingml/2006/main">
              <a:ext uri="{FF2B5EF4-FFF2-40B4-BE49-F238E27FC236}">
                <a16:creationId xmlns:a16="http://schemas.microsoft.com/office/drawing/2014/main" id="{2166587C-22AB-4479-B84C-252AA3C11DF3}"/>
              </a:ext>
            </a:extLst>
          </p:cNvPr>
          <p:cNvSpPr>
            <a:spLocks xmlns:a="http://schemas.openxmlformats.org/drawingml/2006/main" noGrp="1"/>
          </p:cNvSpPr>
          <p:nvPr/>
        </p:nvSpPr>
        <p:spPr>
          <a:xfrm xmlns:a="http://schemas.openxmlformats.org/drawingml/2006/main">
            <a:off x="1962150" y="4171950"/>
            <a:ext cx="35433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Κοινή γλώσσα</a:t>
            </a:r>
          </a:p>
        </p:txBody>
      </p:sp>
      <p:sp>
        <p:nvSpPr>
          <p:cNvPr id="27" name="">
            <a:extLst xmlns:a="http://schemas.openxmlformats.org/drawingml/2006/main">
              <a:ext uri="{FF2B5EF4-FFF2-40B4-BE49-F238E27FC236}">
                <a16:creationId xmlns:a16="http://schemas.microsoft.com/office/drawing/2014/main" id="{21E7740A-C53F-4B16-9CD7-B773CDC5D0F8}"/>
              </a:ext>
            </a:extLst>
          </p:cNvPr>
          <p:cNvSpPr>
            <a:spLocks xmlns:a="http://schemas.openxmlformats.org/drawingml/2006/main" noGrp="1"/>
          </p:cNvSpPr>
          <p:nvPr/>
        </p:nvSpPr>
        <p:spPr>
          <a:xfrm xmlns:a="http://schemas.openxmlformats.org/drawingml/2006/main">
            <a:off x="1962150" y="4514850"/>
            <a:ext cx="3543300" cy="5524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Οι μονάδες ακολουθούν το ίδιο πρωτόκολλο για να “καταλαβαίνουν” τα μηνύματα.</a:t>
            </a:r>
          </a:p>
        </p:txBody>
      </p:sp>
      <p:sp>
        <p:nvSpPr>
          <p:cNvPr id="28" name="">
            <a:extLst xmlns:a="http://schemas.openxmlformats.org/drawingml/2006/main">
              <a:ext uri="{FF2B5EF4-FFF2-40B4-BE49-F238E27FC236}">
                <a16:creationId xmlns:a16="http://schemas.microsoft.com/office/drawing/2014/main" id="{2A4228F4-5B72-4F22-BA6D-0D4D927AA053}"/>
              </a:ext>
            </a:extLst>
          </p:cNvPr>
          <p:cNvSpPr>
            <a:spLocks xmlns:a="http://schemas.openxmlformats.org/drawingml/2006/main" noGrp="1"/>
          </p:cNvSpPr>
          <p:nvPr/>
        </p:nvSpPr>
        <p:spPr>
          <a:xfrm xmlns:a="http://schemas.openxmlformats.org/drawingml/2006/main">
            <a:off x="6267450" y="4010025"/>
            <a:ext cx="4000500" cy="1181100"/>
          </a:xfrm>
          <a:prstGeom xmlns:a="http://schemas.openxmlformats.org/drawingml/2006/main" prst="roundRect">
            <a:avLst>
              <a:gd name="adj" fmla="val 6452"/>
            </a:avLst>
          </a:prstGeom>
          <a:solidFill xmlns:a="http://schemas.openxmlformats.org/drawingml/2006/main">
            <a:srgbClr val="0B1D33"/>
          </a:solidFill>
          <a:ln xmlns:a="http://schemas.openxmlformats.org/drawingml/2006/main" w="14288">
            <a:solidFill>
              <a:srgbClr val="1A4662"/>
            </a:solidFill>
          </a:ln>
        </p:spPr>
      </p:sp>
      <p:sp>
        <p:nvSpPr>
          <p:cNvPr id="29" name="">
            <a:extLst xmlns:a="http://schemas.openxmlformats.org/drawingml/2006/main">
              <a:ext uri="{FF2B5EF4-FFF2-40B4-BE49-F238E27FC236}">
                <a16:creationId xmlns:a16="http://schemas.microsoft.com/office/drawing/2014/main" id="{3B11D416-7D13-4F96-89DD-CBE83A790ADA}"/>
              </a:ext>
            </a:extLst>
          </p:cNvPr>
          <p:cNvSpPr>
            <a:spLocks xmlns:a="http://schemas.openxmlformats.org/drawingml/2006/main" noGrp="1"/>
          </p:cNvSpPr>
          <p:nvPr/>
        </p:nvSpPr>
        <p:spPr>
          <a:xfrm xmlns:a="http://schemas.openxmlformats.org/drawingml/2006/main">
            <a:off x="6267450" y="4010025"/>
            <a:ext cx="85725" cy="1181100"/>
          </a:xfrm>
          <a:prstGeom xmlns:a="http://schemas.openxmlformats.org/drawingml/2006/main" prst="roundRect">
            <a:avLst>
              <a:gd name="adj" fmla="val 50000"/>
            </a:avLst>
          </a:prstGeom>
          <a:solidFill xmlns:a="http://schemas.openxmlformats.org/drawingml/2006/main">
            <a:srgbClr val="FFB000"/>
          </a:solidFill>
          <a:ln xmlns:a="http://schemas.openxmlformats.org/drawingml/2006/main" w="0">
            <a:solidFill>
              <a:srgbClr val="FFB000"/>
            </a:solidFill>
          </a:ln>
        </p:spPr>
      </p:sp>
      <p:sp>
        <p:nvSpPr>
          <p:cNvPr id="30" name="">
            <a:extLst xmlns:a="http://schemas.openxmlformats.org/drawingml/2006/main">
              <a:ext uri="{FF2B5EF4-FFF2-40B4-BE49-F238E27FC236}">
                <a16:creationId xmlns:a16="http://schemas.microsoft.com/office/drawing/2014/main" id="{B1724296-3A04-451E-AAFB-8E022C98BE46}"/>
              </a:ext>
            </a:extLst>
          </p:cNvPr>
          <p:cNvSpPr>
            <a:spLocks xmlns:a="http://schemas.openxmlformats.org/drawingml/2006/main" noGrp="1"/>
          </p:cNvSpPr>
          <p:nvPr/>
        </p:nvSpPr>
        <p:spPr>
          <a:xfrm xmlns:a="http://schemas.openxmlformats.org/drawingml/2006/main">
            <a:off x="6534150" y="4171950"/>
            <a:ext cx="35433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Κοινός χρόνος</a:t>
            </a:r>
          </a:p>
        </p:txBody>
      </p:sp>
      <p:sp>
        <p:nvSpPr>
          <p:cNvPr id="31" name="">
            <a:extLst xmlns:a="http://schemas.openxmlformats.org/drawingml/2006/main">
              <a:ext uri="{FF2B5EF4-FFF2-40B4-BE49-F238E27FC236}">
                <a16:creationId xmlns:a16="http://schemas.microsoft.com/office/drawing/2014/main" id="{4F6965B3-B56F-47E3-A795-70A331C7DB39}"/>
              </a:ext>
            </a:extLst>
          </p:cNvPr>
          <p:cNvSpPr>
            <a:spLocks xmlns:a="http://schemas.openxmlformats.org/drawingml/2006/main" noGrp="1"/>
          </p:cNvSpPr>
          <p:nvPr/>
        </p:nvSpPr>
        <p:spPr>
          <a:xfrm xmlns:a="http://schemas.openxmlformats.org/drawingml/2006/main">
            <a:off x="6534150" y="4514850"/>
            <a:ext cx="3543300" cy="5524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Κάθε μήνυμα πρέπει να φτάνει με σωστή προτεραιότητα και χωρίς σύγκρουση.</a:t>
            </a:r>
          </a:p>
        </p:txBody>
      </p:sp>
      <p:sp>
        <p:nvSpPr>
          <p:cNvPr id="32" name="">
            <a:extLst xmlns:a="http://schemas.openxmlformats.org/drawingml/2006/main">
              <a:ext uri="{FF2B5EF4-FFF2-40B4-BE49-F238E27FC236}">
                <a16:creationId xmlns:a16="http://schemas.microsoft.com/office/drawing/2014/main" id="{3E2937EB-4406-4D70-9B5B-DB0665F0C1A4}"/>
              </a:ext>
            </a:extLst>
          </p:cNvPr>
          <p:cNvSpPr>
            <a:spLocks xmlns:a="http://schemas.openxmlformats.org/drawingml/2006/main" noGrp="1"/>
          </p:cNvSpPr>
          <p:nvPr/>
        </p:nvSpPr>
        <p:spPr>
          <a:xfrm xmlns:a="http://schemas.openxmlformats.org/drawingml/2006/main">
            <a:off x="609600" y="6477000"/>
            <a:ext cx="44767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l">
              <a:defRPr sz="788" b="0">
                <a:solidFill>
                  <a:srgbClr val="9CADC2"/>
                </a:solidFill>
                <a:latin typeface="DejaVu Sans"/>
                <a:ea typeface="DejaVu Sans"/>
                <a:cs typeface="DejaVu Sans"/>
              </a:defRPr>
            </a:pPr>
            <a:r>
              <a:rPr sz="788" b="0">
                <a:solidFill>
                  <a:srgbClr val="9CADC2"/>
                </a:solidFill>
                <a:latin typeface="DejaVu Sans"/>
                <a:ea typeface="DejaVu Sans"/>
                <a:cs typeface="DejaVu Sans"/>
              </a:rPr>
              <a:t>Δίκτυα και Επικοινωνία Οχημάτων</a:t>
            </a:r>
          </a:p>
        </p:txBody>
      </p:sp>
      <p:sp>
        <p:nvSpPr>
          <p:cNvPr id="33" name="">
            <a:extLst xmlns:a="http://schemas.openxmlformats.org/drawingml/2006/main">
              <a:ext uri="{FF2B5EF4-FFF2-40B4-BE49-F238E27FC236}">
                <a16:creationId xmlns:a16="http://schemas.microsoft.com/office/drawing/2014/main" id="{CD670578-1371-4C2C-BE5E-4C3CF5B84476}"/>
              </a:ext>
            </a:extLst>
          </p:cNvPr>
          <p:cNvSpPr>
            <a:spLocks xmlns:a="http://schemas.openxmlformats.org/drawingml/2006/main" noGrp="1"/>
          </p:cNvSpPr>
          <p:nvPr/>
        </p:nvSpPr>
        <p:spPr>
          <a:xfrm xmlns:a="http://schemas.openxmlformats.org/drawingml/2006/main">
            <a:off x="11049000" y="6477000"/>
            <a:ext cx="5143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r">
              <a:defRPr sz="788" b="1">
                <a:solidFill>
                  <a:srgbClr val="9CADC2"/>
                </a:solidFill>
                <a:latin typeface="DejaVu Sans"/>
                <a:ea typeface="DejaVu Sans"/>
                <a:cs typeface="DejaVu Sans"/>
              </a:defRPr>
            </a:pPr>
            <a:r>
              <a:rPr sz="788" b="1">
                <a:solidFill>
                  <a:srgbClr val="9CADC2"/>
                </a:solidFill>
                <a:latin typeface="DejaVu Sans"/>
                <a:ea typeface="DejaVu Sans"/>
                <a:cs typeface="DejaVu Sans"/>
              </a:rPr>
              <a:t>03</a:t>
            </a:r>
          </a:p>
        </p:txBody>
      </p:sp>
    </p:spTree>
    <p:extLst>
      <p:ext uri="{BB962C8B-B14F-4D97-AF65-F5344CB8AC3E}">
        <p14:creationId xmlns:p14="http://schemas.microsoft.com/office/powerpoint/2010/main" val="151201868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992F579-34A2-490D-8E7A-EA6365BDA9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A"/>
          </a:solidFill>
          <a:ln xmlns:a="http://schemas.openxmlformats.org/drawingml/2006/main" w="0">
            <a:solidFill>
              <a:srgbClr val="F4F7FA"/>
            </a:solidFill>
          </a:ln>
        </p:spPr>
      </p:sp>
      <p:sp>
        <p:nvSpPr>
          <p:cNvPr id="2" name="">
            <a:extLst xmlns:a="http://schemas.openxmlformats.org/drawingml/2006/main">
              <a:ext uri="{FF2B5EF4-FFF2-40B4-BE49-F238E27FC236}">
                <a16:creationId xmlns:a16="http://schemas.microsoft.com/office/drawing/2014/main" id="{18A6D773-70AE-4BBA-97D8-2A4F0BF88BED}"/>
              </a:ext>
            </a:extLst>
          </p:cNvPr>
          <p:cNvSpPr>
            <a:spLocks xmlns:a="http://schemas.openxmlformats.org/drawingml/2006/main" noGrp="1"/>
          </p:cNvSpPr>
          <p:nvPr/>
        </p:nvSpPr>
        <p:spPr>
          <a:xfrm xmlns:a="http://schemas.openxmlformats.org/drawingml/2006/main">
            <a:off x="609600" y="209550"/>
            <a:ext cx="590550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0C5E8"/>
                </a:solidFill>
                <a:latin typeface="DejaVu Sans"/>
                <a:ea typeface="DejaVu Sans"/>
                <a:cs typeface="DejaVu Sans"/>
              </a:defRPr>
            </a:pPr>
            <a:r>
              <a:rPr sz="900" b="1">
                <a:solidFill>
                  <a:srgbClr val="20C5E8"/>
                </a:solidFill>
                <a:latin typeface="DejaVu Sans"/>
                <a:ea typeface="DejaVu Sans"/>
                <a:cs typeface="DejaVu Sans"/>
              </a:rPr>
              <a:t>03 · ΔΙΑΔΡΟΜΉ</a:t>
            </a:r>
          </a:p>
        </p:txBody>
      </p:sp>
      <p:sp>
        <p:nvSpPr>
          <p:cNvPr id="3" name="">
            <a:extLst xmlns:a="http://schemas.openxmlformats.org/drawingml/2006/main">
              <a:ext uri="{FF2B5EF4-FFF2-40B4-BE49-F238E27FC236}">
                <a16:creationId xmlns:a16="http://schemas.microsoft.com/office/drawing/2014/main" id="{156B1349-8A68-4D90-B017-0C5FD72EE000}"/>
              </a:ext>
            </a:extLst>
          </p:cNvPr>
          <p:cNvSpPr>
            <a:spLocks xmlns:a="http://schemas.openxmlformats.org/drawingml/2006/main" noGrp="1"/>
          </p:cNvSpPr>
          <p:nvPr/>
        </p:nvSpPr>
        <p:spPr>
          <a:xfrm xmlns:a="http://schemas.openxmlformats.org/drawingml/2006/main">
            <a:off x="609600" y="466725"/>
            <a:ext cx="10858500" cy="647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071426"/>
                </a:solidFill>
                <a:latin typeface="DejaVu Sans"/>
                <a:ea typeface="DejaVu Sans"/>
                <a:cs typeface="DejaVu Sans"/>
              </a:defRPr>
            </a:pPr>
            <a:r>
              <a:rPr sz="2925" b="1">
                <a:solidFill>
                  <a:srgbClr val="071426"/>
                </a:solidFill>
                <a:latin typeface="DejaVu Sans"/>
                <a:ea typeface="DejaVu Sans"/>
                <a:cs typeface="DejaVu Sans"/>
              </a:rPr>
              <a:t>Η πορεία των 15 μαθημάτων</a:t>
            </a:r>
          </a:p>
        </p:txBody>
      </p:sp>
      <p:sp>
        <p:nvSpPr>
          <p:cNvPr id="4" name="">
            <a:extLst xmlns:a="http://schemas.openxmlformats.org/drawingml/2006/main">
              <a:ext uri="{FF2B5EF4-FFF2-40B4-BE49-F238E27FC236}">
                <a16:creationId xmlns:a16="http://schemas.microsoft.com/office/drawing/2014/main" id="{E09D30C7-357E-43B2-84DD-0B9B2EC416A9}"/>
              </a:ext>
            </a:extLst>
          </p:cNvPr>
          <p:cNvSpPr>
            <a:spLocks xmlns:a="http://schemas.openxmlformats.org/drawingml/2006/main" noGrp="1"/>
          </p:cNvSpPr>
          <p:nvPr/>
        </p:nvSpPr>
        <p:spPr>
          <a:xfrm xmlns:a="http://schemas.openxmlformats.org/drawingml/2006/main">
            <a:off x="609600" y="1200150"/>
            <a:ext cx="781050" cy="47625"/>
          </a:xfrm>
          <a:prstGeom xmlns:a="http://schemas.openxmlformats.org/drawingml/2006/main" prst="rect">
            <a:avLst/>
          </a:prstGeom>
          <a:solidFill xmlns:a="http://schemas.openxmlformats.org/drawingml/2006/main">
            <a:srgbClr val="20C5E8"/>
          </a:solidFill>
          <a:ln xmlns:a="http://schemas.openxmlformats.org/drawingml/2006/main" w="0">
            <a:solidFill>
              <a:srgbClr val="20C5E8"/>
            </a:solidFill>
          </a:ln>
        </p:spPr>
      </p:sp>
      <p:sp>
        <p:nvSpPr>
          <p:cNvPr id="5" name="">
            <a:extLst xmlns:a="http://schemas.openxmlformats.org/drawingml/2006/main">
              <a:ext uri="{FF2B5EF4-FFF2-40B4-BE49-F238E27FC236}">
                <a16:creationId xmlns:a16="http://schemas.microsoft.com/office/drawing/2014/main" id="{CF1A727B-D19D-4348-8B1C-D3A5DF4CD2AB}"/>
              </a:ext>
            </a:extLst>
          </p:cNvPr>
          <p:cNvSpPr>
            <a:spLocks xmlns:a="http://schemas.openxmlformats.org/drawingml/2006/main" noGrp="1"/>
          </p:cNvSpPr>
          <p:nvPr/>
        </p:nvSpPr>
        <p:spPr>
          <a:xfrm xmlns:a="http://schemas.openxmlformats.org/drawingml/2006/main">
            <a:off x="704850" y="1524000"/>
            <a:ext cx="106680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9D5E3"/>
            </a:solidFill>
          </a:ln>
        </p:spPr>
      </p:sp>
      <p:sp>
        <p:nvSpPr>
          <p:cNvPr id="6" name="">
            <a:extLst xmlns:a="http://schemas.openxmlformats.org/drawingml/2006/main">
              <a:ext uri="{FF2B5EF4-FFF2-40B4-BE49-F238E27FC236}">
                <a16:creationId xmlns:a16="http://schemas.microsoft.com/office/drawing/2014/main" id="{EBA4E9F7-37F6-4BA7-9967-5EAF303AED05}"/>
              </a:ext>
            </a:extLst>
          </p:cNvPr>
          <p:cNvSpPr>
            <a:spLocks xmlns:a="http://schemas.openxmlformats.org/drawingml/2006/main" noGrp="1"/>
          </p:cNvSpPr>
          <p:nvPr/>
        </p:nvSpPr>
        <p:spPr>
          <a:xfrm xmlns:a="http://schemas.openxmlformats.org/drawingml/2006/main">
            <a:off x="704850" y="1524000"/>
            <a:ext cx="990600" cy="704850"/>
          </a:xfrm>
          <a:prstGeom xmlns:a="http://schemas.openxmlformats.org/drawingml/2006/main" prst="roundRect">
            <a:avLst>
              <a:gd name="adj" fmla="val 10811"/>
            </a:avLst>
          </a:prstGeom>
          <a:solidFill xmlns:a="http://schemas.openxmlformats.org/drawingml/2006/main">
            <a:srgbClr val="2F76FF"/>
          </a:solidFill>
          <a:ln xmlns:a="http://schemas.openxmlformats.org/drawingml/2006/main" w="0">
            <a:solidFill>
              <a:srgbClr val="2F76FF"/>
            </a:solidFill>
          </a:ln>
        </p:spPr>
      </p:sp>
      <p:sp>
        <p:nvSpPr>
          <p:cNvPr id="7" name="">
            <a:extLst xmlns:a="http://schemas.openxmlformats.org/drawingml/2006/main">
              <a:ext uri="{FF2B5EF4-FFF2-40B4-BE49-F238E27FC236}">
                <a16:creationId xmlns:a16="http://schemas.microsoft.com/office/drawing/2014/main" id="{75AB8CE7-BFCB-4F3F-9B6A-5137ED712662}"/>
              </a:ext>
            </a:extLst>
          </p:cNvPr>
          <p:cNvSpPr>
            <a:spLocks xmlns:a="http://schemas.openxmlformats.org/drawingml/2006/main" noGrp="1"/>
          </p:cNvSpPr>
          <p:nvPr/>
        </p:nvSpPr>
        <p:spPr>
          <a:xfrm xmlns:a="http://schemas.openxmlformats.org/drawingml/2006/main">
            <a:off x="704850" y="1524000"/>
            <a:ext cx="990600" cy="704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7FAFD"/>
                </a:solidFill>
                <a:latin typeface="DejaVu Sans"/>
                <a:ea typeface="DejaVu Sans"/>
                <a:cs typeface="DejaVu Sans"/>
              </a:defRPr>
            </a:pPr>
            <a:r>
              <a:rPr sz="1500" b="1">
                <a:solidFill>
                  <a:srgbClr val="F7FAFD"/>
                </a:solidFill>
                <a:latin typeface="DejaVu Sans"/>
                <a:ea typeface="DejaVu Sans"/>
                <a:cs typeface="DejaVu Sans"/>
              </a:rPr>
              <a:t>1–4</a:t>
            </a:r>
          </a:p>
        </p:txBody>
      </p:sp>
      <p:sp>
        <p:nvSpPr>
          <p:cNvPr id="8" name="">
            <a:extLst xmlns:a="http://schemas.openxmlformats.org/drawingml/2006/main">
              <a:ext uri="{FF2B5EF4-FFF2-40B4-BE49-F238E27FC236}">
                <a16:creationId xmlns:a16="http://schemas.microsoft.com/office/drawing/2014/main" id="{05F64697-46CA-4B69-8672-18C5992F500B}"/>
              </a:ext>
            </a:extLst>
          </p:cNvPr>
          <p:cNvSpPr>
            <a:spLocks xmlns:a="http://schemas.openxmlformats.org/drawingml/2006/main" noGrp="1"/>
          </p:cNvSpPr>
          <p:nvPr/>
        </p:nvSpPr>
        <p:spPr>
          <a:xfrm xmlns:a="http://schemas.openxmlformats.org/drawingml/2006/main">
            <a:off x="1962150" y="1600200"/>
            <a:ext cx="314325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Βασικές αρχές</a:t>
            </a:r>
          </a:p>
        </p:txBody>
      </p:sp>
      <p:sp>
        <p:nvSpPr>
          <p:cNvPr id="9" name="">
            <a:extLst xmlns:a="http://schemas.openxmlformats.org/drawingml/2006/main">
              <a:ext uri="{FF2B5EF4-FFF2-40B4-BE49-F238E27FC236}">
                <a16:creationId xmlns:a16="http://schemas.microsoft.com/office/drawing/2014/main" id="{E268D52F-C26F-49A2-96D7-AA0A2073D7C1}"/>
              </a:ext>
            </a:extLst>
          </p:cNvPr>
          <p:cNvSpPr>
            <a:spLocks xmlns:a="http://schemas.openxmlformats.org/drawingml/2006/main" noGrp="1"/>
          </p:cNvSpPr>
          <p:nvPr/>
        </p:nvSpPr>
        <p:spPr>
          <a:xfrm xmlns:a="http://schemas.openxmlformats.org/drawingml/2006/main">
            <a:off x="1962150" y="1895475"/>
            <a:ext cx="8858250" cy="2286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8845"/>
          </a:bodyPr>
          <a:lstStyle xmlns:a="http://schemas.openxmlformats.org/drawingml/2006/main"/>
          <a:p xmlns:a="http://schemas.openxmlformats.org/drawingml/2006/main">
            <a:pPr algn="l">
              <a:defRPr sz="1013" b="0">
                <a:solidFill>
                  <a:srgbClr val="53637A"/>
                </a:solidFill>
                <a:latin typeface="DejaVu Sans"/>
                <a:ea typeface="DejaVu Sans"/>
                <a:cs typeface="DejaVu Sans"/>
              </a:defRPr>
            </a:pPr>
            <a:r>
              <a:rPr sz="1013" b="0">
                <a:solidFill>
                  <a:srgbClr val="53637A"/>
                </a:solidFill>
                <a:latin typeface="DejaVu Sans"/>
                <a:ea typeface="DejaVu Sans"/>
                <a:cs typeface="DejaVu Sans"/>
              </a:rPr>
              <a:t>ECU · δεδομένα · αρχιτεκτονικές · πύλες</a:t>
            </a:r>
          </a:p>
        </p:txBody>
      </p:sp>
      <p:sp>
        <p:nvSpPr>
          <p:cNvPr id="10" name="">
            <a:extLst xmlns:a="http://schemas.openxmlformats.org/drawingml/2006/main">
              <a:ext uri="{FF2B5EF4-FFF2-40B4-BE49-F238E27FC236}">
                <a16:creationId xmlns:a16="http://schemas.microsoft.com/office/drawing/2014/main" id="{0CFFE70F-4355-4E2B-8713-C059EDBDB13D}"/>
              </a:ext>
            </a:extLst>
          </p:cNvPr>
          <p:cNvSpPr>
            <a:spLocks xmlns:a="http://schemas.openxmlformats.org/drawingml/2006/main" noGrp="1"/>
          </p:cNvSpPr>
          <p:nvPr/>
        </p:nvSpPr>
        <p:spPr>
          <a:xfrm xmlns:a="http://schemas.openxmlformats.org/drawingml/2006/main">
            <a:off x="704850" y="2419350"/>
            <a:ext cx="106680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9D5E3"/>
            </a:solidFill>
          </a:ln>
        </p:spPr>
      </p:sp>
      <p:sp>
        <p:nvSpPr>
          <p:cNvPr id="11" name="">
            <a:extLst xmlns:a="http://schemas.openxmlformats.org/drawingml/2006/main">
              <a:ext uri="{FF2B5EF4-FFF2-40B4-BE49-F238E27FC236}">
                <a16:creationId xmlns:a16="http://schemas.microsoft.com/office/drawing/2014/main" id="{409F0895-E2B6-48B4-9243-3A7ABA6C5F67}"/>
              </a:ext>
            </a:extLst>
          </p:cNvPr>
          <p:cNvSpPr>
            <a:spLocks xmlns:a="http://schemas.openxmlformats.org/drawingml/2006/main" noGrp="1"/>
          </p:cNvSpPr>
          <p:nvPr/>
        </p:nvSpPr>
        <p:spPr>
          <a:xfrm xmlns:a="http://schemas.openxmlformats.org/drawingml/2006/main">
            <a:off x="704850" y="2419350"/>
            <a:ext cx="990600" cy="704850"/>
          </a:xfrm>
          <a:prstGeom xmlns:a="http://schemas.openxmlformats.org/drawingml/2006/main" prst="roundRect">
            <a:avLst>
              <a:gd name="adj" fmla="val 10811"/>
            </a:avLst>
          </a:prstGeom>
          <a:solidFill xmlns:a="http://schemas.openxmlformats.org/drawingml/2006/main">
            <a:srgbClr val="20C5E8"/>
          </a:solidFill>
          <a:ln xmlns:a="http://schemas.openxmlformats.org/drawingml/2006/main" w="0">
            <a:solidFill>
              <a:srgbClr val="20C5E8"/>
            </a:solidFill>
          </a:ln>
        </p:spPr>
      </p:sp>
      <p:sp>
        <p:nvSpPr>
          <p:cNvPr id="12" name="">
            <a:extLst xmlns:a="http://schemas.openxmlformats.org/drawingml/2006/main">
              <a:ext uri="{FF2B5EF4-FFF2-40B4-BE49-F238E27FC236}">
                <a16:creationId xmlns:a16="http://schemas.microsoft.com/office/drawing/2014/main" id="{024DE74F-DAF3-4295-8835-CE82D1BD36B2}"/>
              </a:ext>
            </a:extLst>
          </p:cNvPr>
          <p:cNvSpPr>
            <a:spLocks xmlns:a="http://schemas.openxmlformats.org/drawingml/2006/main" noGrp="1"/>
          </p:cNvSpPr>
          <p:nvPr/>
        </p:nvSpPr>
        <p:spPr>
          <a:xfrm xmlns:a="http://schemas.openxmlformats.org/drawingml/2006/main">
            <a:off x="704850" y="2419350"/>
            <a:ext cx="990600" cy="704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7FAFD"/>
                </a:solidFill>
                <a:latin typeface="DejaVu Sans"/>
                <a:ea typeface="DejaVu Sans"/>
                <a:cs typeface="DejaVu Sans"/>
              </a:defRPr>
            </a:pPr>
            <a:r>
              <a:rPr sz="1500" b="1">
                <a:solidFill>
                  <a:srgbClr val="F7FAFD"/>
                </a:solidFill>
                <a:latin typeface="DejaVu Sans"/>
                <a:ea typeface="DejaVu Sans"/>
                <a:cs typeface="DejaVu Sans"/>
              </a:rPr>
              <a:t>5–7</a:t>
            </a:r>
          </a:p>
        </p:txBody>
      </p:sp>
      <p:sp>
        <p:nvSpPr>
          <p:cNvPr id="13" name="">
            <a:extLst xmlns:a="http://schemas.openxmlformats.org/drawingml/2006/main">
              <a:ext uri="{FF2B5EF4-FFF2-40B4-BE49-F238E27FC236}">
                <a16:creationId xmlns:a16="http://schemas.microsoft.com/office/drawing/2014/main" id="{66732841-619E-486E-8119-D64FBC66719E}"/>
              </a:ext>
            </a:extLst>
          </p:cNvPr>
          <p:cNvSpPr>
            <a:spLocks xmlns:a="http://schemas.openxmlformats.org/drawingml/2006/main" noGrp="1"/>
          </p:cNvSpPr>
          <p:nvPr/>
        </p:nvSpPr>
        <p:spPr>
          <a:xfrm xmlns:a="http://schemas.openxmlformats.org/drawingml/2006/main">
            <a:off x="1962150" y="2495550"/>
            <a:ext cx="314325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CAN Bus</a:t>
            </a:r>
          </a:p>
        </p:txBody>
      </p:sp>
      <p:sp>
        <p:nvSpPr>
          <p:cNvPr id="14" name="">
            <a:extLst xmlns:a="http://schemas.openxmlformats.org/drawingml/2006/main">
              <a:ext uri="{FF2B5EF4-FFF2-40B4-BE49-F238E27FC236}">
                <a16:creationId xmlns:a16="http://schemas.microsoft.com/office/drawing/2014/main" id="{4220D9C8-CDEE-409B-8A57-294CE056DF9A}"/>
              </a:ext>
            </a:extLst>
          </p:cNvPr>
          <p:cNvSpPr>
            <a:spLocks xmlns:a="http://schemas.openxmlformats.org/drawingml/2006/main" noGrp="1"/>
          </p:cNvSpPr>
          <p:nvPr/>
        </p:nvSpPr>
        <p:spPr>
          <a:xfrm xmlns:a="http://schemas.openxmlformats.org/drawingml/2006/main">
            <a:off x="1962150" y="2790825"/>
            <a:ext cx="8858250" cy="2286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8845"/>
          </a:bodyPr>
          <a:lstStyle xmlns:a="http://schemas.openxmlformats.org/drawingml/2006/main"/>
          <a:p xmlns:a="http://schemas.openxmlformats.org/drawingml/2006/main">
            <a:pPr algn="l">
              <a:defRPr sz="1013" b="0">
                <a:solidFill>
                  <a:srgbClr val="53637A"/>
                </a:solidFill>
                <a:latin typeface="DejaVu Sans"/>
                <a:ea typeface="DejaVu Sans"/>
                <a:cs typeface="DejaVu Sans"/>
              </a:defRPr>
            </a:pPr>
            <a:r>
              <a:rPr sz="1013" b="0">
                <a:solidFill>
                  <a:srgbClr val="53637A"/>
                </a:solidFill>
                <a:latin typeface="DejaVu Sans"/>
                <a:ea typeface="DejaVu Sans"/>
                <a:cs typeface="DejaVu Sans"/>
              </a:rPr>
              <a:t>πλαίσια · διαιτησία · φυσικό επίπεδο</a:t>
            </a:r>
          </a:p>
        </p:txBody>
      </p:sp>
      <p:sp>
        <p:nvSpPr>
          <p:cNvPr id="15" name="">
            <a:extLst xmlns:a="http://schemas.openxmlformats.org/drawingml/2006/main">
              <a:ext uri="{FF2B5EF4-FFF2-40B4-BE49-F238E27FC236}">
                <a16:creationId xmlns:a16="http://schemas.microsoft.com/office/drawing/2014/main" id="{49B837EC-50B0-44A1-A1FE-0C268A6BAA21}"/>
              </a:ext>
            </a:extLst>
          </p:cNvPr>
          <p:cNvSpPr>
            <a:spLocks xmlns:a="http://schemas.openxmlformats.org/drawingml/2006/main" noGrp="1"/>
          </p:cNvSpPr>
          <p:nvPr/>
        </p:nvSpPr>
        <p:spPr>
          <a:xfrm xmlns:a="http://schemas.openxmlformats.org/drawingml/2006/main">
            <a:off x="704850" y="3314700"/>
            <a:ext cx="106680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9D5E3"/>
            </a:solidFill>
          </a:ln>
        </p:spPr>
      </p:sp>
      <p:sp>
        <p:nvSpPr>
          <p:cNvPr id="16" name="">
            <a:extLst xmlns:a="http://schemas.openxmlformats.org/drawingml/2006/main">
              <a:ext uri="{FF2B5EF4-FFF2-40B4-BE49-F238E27FC236}">
                <a16:creationId xmlns:a16="http://schemas.microsoft.com/office/drawing/2014/main" id="{AB2CE632-5050-4465-8DFD-947CE4B09915}"/>
              </a:ext>
            </a:extLst>
          </p:cNvPr>
          <p:cNvSpPr>
            <a:spLocks xmlns:a="http://schemas.openxmlformats.org/drawingml/2006/main" noGrp="1"/>
          </p:cNvSpPr>
          <p:nvPr/>
        </p:nvSpPr>
        <p:spPr>
          <a:xfrm xmlns:a="http://schemas.openxmlformats.org/drawingml/2006/main">
            <a:off x="704850" y="3314700"/>
            <a:ext cx="990600" cy="704850"/>
          </a:xfrm>
          <a:prstGeom xmlns:a="http://schemas.openxmlformats.org/drawingml/2006/main" prst="roundRect">
            <a:avLst>
              <a:gd name="adj" fmla="val 10811"/>
            </a:avLst>
          </a:prstGeom>
          <a:solidFill xmlns:a="http://schemas.openxmlformats.org/drawingml/2006/main">
            <a:srgbClr val="8068D8"/>
          </a:solidFill>
          <a:ln xmlns:a="http://schemas.openxmlformats.org/drawingml/2006/main" w="0">
            <a:solidFill>
              <a:srgbClr val="8068D8"/>
            </a:solidFill>
          </a:ln>
        </p:spPr>
      </p:sp>
      <p:sp>
        <p:nvSpPr>
          <p:cNvPr id="17" name="">
            <a:extLst xmlns:a="http://schemas.openxmlformats.org/drawingml/2006/main">
              <a:ext uri="{FF2B5EF4-FFF2-40B4-BE49-F238E27FC236}">
                <a16:creationId xmlns:a16="http://schemas.microsoft.com/office/drawing/2014/main" id="{277BC963-A8B7-4621-AD03-B78F709E9093}"/>
              </a:ext>
            </a:extLst>
          </p:cNvPr>
          <p:cNvSpPr>
            <a:spLocks xmlns:a="http://schemas.openxmlformats.org/drawingml/2006/main" noGrp="1"/>
          </p:cNvSpPr>
          <p:nvPr/>
        </p:nvSpPr>
        <p:spPr>
          <a:xfrm xmlns:a="http://schemas.openxmlformats.org/drawingml/2006/main">
            <a:off x="704850" y="3314700"/>
            <a:ext cx="990600" cy="704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7FAFD"/>
                </a:solidFill>
                <a:latin typeface="DejaVu Sans"/>
                <a:ea typeface="DejaVu Sans"/>
                <a:cs typeface="DejaVu Sans"/>
              </a:defRPr>
            </a:pPr>
            <a:r>
              <a:rPr sz="1500" b="1">
                <a:solidFill>
                  <a:srgbClr val="F7FAFD"/>
                </a:solidFill>
                <a:latin typeface="DejaVu Sans"/>
                <a:ea typeface="DejaVu Sans"/>
                <a:cs typeface="DejaVu Sans"/>
              </a:rPr>
              <a:t>8–10</a:t>
            </a:r>
          </a:p>
        </p:txBody>
      </p:sp>
      <p:sp>
        <p:nvSpPr>
          <p:cNvPr id="18" name="">
            <a:extLst xmlns:a="http://schemas.openxmlformats.org/drawingml/2006/main">
              <a:ext uri="{FF2B5EF4-FFF2-40B4-BE49-F238E27FC236}">
                <a16:creationId xmlns:a16="http://schemas.microsoft.com/office/drawing/2014/main" id="{03C09AEA-0A58-4B6A-A04B-F6C13EDC1BA4}"/>
              </a:ext>
            </a:extLst>
          </p:cNvPr>
          <p:cNvSpPr>
            <a:spLocks xmlns:a="http://schemas.openxmlformats.org/drawingml/2006/main" noGrp="1"/>
          </p:cNvSpPr>
          <p:nvPr/>
        </p:nvSpPr>
        <p:spPr>
          <a:xfrm xmlns:a="http://schemas.openxmlformats.org/drawingml/2006/main">
            <a:off x="1962150" y="3390900"/>
            <a:ext cx="314325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Άλλα δίκτυα &amp; δεδομένα</a:t>
            </a:r>
          </a:p>
        </p:txBody>
      </p:sp>
      <p:sp>
        <p:nvSpPr>
          <p:cNvPr id="19" name="">
            <a:extLst xmlns:a="http://schemas.openxmlformats.org/drawingml/2006/main">
              <a:ext uri="{FF2B5EF4-FFF2-40B4-BE49-F238E27FC236}">
                <a16:creationId xmlns:a16="http://schemas.microsoft.com/office/drawing/2014/main" id="{5B666629-1F89-41F2-A526-2ED4C4F9DF7E}"/>
              </a:ext>
            </a:extLst>
          </p:cNvPr>
          <p:cNvSpPr>
            <a:spLocks xmlns:a="http://schemas.openxmlformats.org/drawingml/2006/main" noGrp="1"/>
          </p:cNvSpPr>
          <p:nvPr/>
        </p:nvSpPr>
        <p:spPr>
          <a:xfrm xmlns:a="http://schemas.openxmlformats.org/drawingml/2006/main">
            <a:off x="1962150" y="3686175"/>
            <a:ext cx="8858250" cy="2286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8845"/>
          </a:bodyPr>
          <a:lstStyle xmlns:a="http://schemas.openxmlformats.org/drawingml/2006/main"/>
          <a:p xmlns:a="http://schemas.openxmlformats.org/drawingml/2006/main">
            <a:pPr algn="l">
              <a:defRPr sz="1013" b="0">
                <a:solidFill>
                  <a:srgbClr val="53637A"/>
                </a:solidFill>
                <a:latin typeface="DejaVu Sans"/>
                <a:ea typeface="DejaVu Sans"/>
                <a:cs typeface="DejaVu Sans"/>
              </a:defRPr>
            </a:pPr>
            <a:r>
              <a:rPr sz="1013" b="0">
                <a:solidFill>
                  <a:srgbClr val="53637A"/>
                </a:solidFill>
                <a:latin typeface="DejaVu Sans"/>
                <a:ea typeface="DejaVu Sans"/>
                <a:cs typeface="DejaVu Sans"/>
              </a:rPr>
              <a:t>LIN · MOST · FlexRay · Ethernet · διαχείριση</a:t>
            </a:r>
          </a:p>
        </p:txBody>
      </p:sp>
      <p:sp>
        <p:nvSpPr>
          <p:cNvPr id="20" name="">
            <a:extLst xmlns:a="http://schemas.openxmlformats.org/drawingml/2006/main">
              <a:ext uri="{FF2B5EF4-FFF2-40B4-BE49-F238E27FC236}">
                <a16:creationId xmlns:a16="http://schemas.microsoft.com/office/drawing/2014/main" id="{F495399F-0B1A-4156-B3AB-8CDEEF58D9E1}"/>
              </a:ext>
            </a:extLst>
          </p:cNvPr>
          <p:cNvSpPr>
            <a:spLocks xmlns:a="http://schemas.openxmlformats.org/drawingml/2006/main" noGrp="1"/>
          </p:cNvSpPr>
          <p:nvPr/>
        </p:nvSpPr>
        <p:spPr>
          <a:xfrm xmlns:a="http://schemas.openxmlformats.org/drawingml/2006/main">
            <a:off x="704850" y="4210050"/>
            <a:ext cx="106680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9D5E3"/>
            </a:solidFill>
          </a:ln>
        </p:spPr>
      </p:sp>
      <p:sp>
        <p:nvSpPr>
          <p:cNvPr id="21" name="">
            <a:extLst xmlns:a="http://schemas.openxmlformats.org/drawingml/2006/main">
              <a:ext uri="{FF2B5EF4-FFF2-40B4-BE49-F238E27FC236}">
                <a16:creationId xmlns:a16="http://schemas.microsoft.com/office/drawing/2014/main" id="{CDCAB61E-CB31-48A3-AB47-D24743AB13AA}"/>
              </a:ext>
            </a:extLst>
          </p:cNvPr>
          <p:cNvSpPr>
            <a:spLocks xmlns:a="http://schemas.openxmlformats.org/drawingml/2006/main" noGrp="1"/>
          </p:cNvSpPr>
          <p:nvPr/>
        </p:nvSpPr>
        <p:spPr>
          <a:xfrm xmlns:a="http://schemas.openxmlformats.org/drawingml/2006/main">
            <a:off x="704850" y="4210050"/>
            <a:ext cx="990600" cy="704850"/>
          </a:xfrm>
          <a:prstGeom xmlns:a="http://schemas.openxmlformats.org/drawingml/2006/main" prst="roundRect">
            <a:avLst>
              <a:gd name="adj" fmla="val 10811"/>
            </a:avLst>
          </a:prstGeom>
          <a:solidFill xmlns:a="http://schemas.openxmlformats.org/drawingml/2006/main">
            <a:srgbClr val="FFB000"/>
          </a:solidFill>
          <a:ln xmlns:a="http://schemas.openxmlformats.org/drawingml/2006/main" w="0">
            <a:solidFill>
              <a:srgbClr val="FFB000"/>
            </a:solidFill>
          </a:ln>
        </p:spPr>
      </p:sp>
      <p:sp>
        <p:nvSpPr>
          <p:cNvPr id="22" name="">
            <a:extLst xmlns:a="http://schemas.openxmlformats.org/drawingml/2006/main">
              <a:ext uri="{FF2B5EF4-FFF2-40B4-BE49-F238E27FC236}">
                <a16:creationId xmlns:a16="http://schemas.microsoft.com/office/drawing/2014/main" id="{971F2DA1-8E9C-42D4-9543-5E23B0A2E755}"/>
              </a:ext>
            </a:extLst>
          </p:cNvPr>
          <p:cNvSpPr>
            <a:spLocks xmlns:a="http://schemas.openxmlformats.org/drawingml/2006/main" noGrp="1"/>
          </p:cNvSpPr>
          <p:nvPr/>
        </p:nvSpPr>
        <p:spPr>
          <a:xfrm xmlns:a="http://schemas.openxmlformats.org/drawingml/2006/main">
            <a:off x="704850" y="4210050"/>
            <a:ext cx="990600" cy="704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7FAFD"/>
                </a:solidFill>
                <a:latin typeface="DejaVu Sans"/>
                <a:ea typeface="DejaVu Sans"/>
                <a:cs typeface="DejaVu Sans"/>
              </a:defRPr>
            </a:pPr>
            <a:r>
              <a:rPr sz="1500" b="1">
                <a:solidFill>
                  <a:srgbClr val="F7FAFD"/>
                </a:solidFill>
                <a:latin typeface="DejaVu Sans"/>
                <a:ea typeface="DejaVu Sans"/>
                <a:cs typeface="DejaVu Sans"/>
              </a:rPr>
              <a:t>11–13</a:t>
            </a:r>
          </a:p>
        </p:txBody>
      </p:sp>
      <p:sp>
        <p:nvSpPr>
          <p:cNvPr id="23" name="">
            <a:extLst xmlns:a="http://schemas.openxmlformats.org/drawingml/2006/main">
              <a:ext uri="{FF2B5EF4-FFF2-40B4-BE49-F238E27FC236}">
                <a16:creationId xmlns:a16="http://schemas.microsoft.com/office/drawing/2014/main" id="{2CD1C895-C93D-42AE-B522-A767EAC0C773}"/>
              </a:ext>
            </a:extLst>
          </p:cNvPr>
          <p:cNvSpPr>
            <a:spLocks xmlns:a="http://schemas.openxmlformats.org/drawingml/2006/main" noGrp="1"/>
          </p:cNvSpPr>
          <p:nvPr/>
        </p:nvSpPr>
        <p:spPr>
          <a:xfrm xmlns:a="http://schemas.openxmlformats.org/drawingml/2006/main">
            <a:off x="1962150" y="4286250"/>
            <a:ext cx="314325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OBD &amp; διάγνωση</a:t>
            </a:r>
          </a:p>
        </p:txBody>
      </p:sp>
      <p:sp>
        <p:nvSpPr>
          <p:cNvPr id="24" name="">
            <a:extLst xmlns:a="http://schemas.openxmlformats.org/drawingml/2006/main">
              <a:ext uri="{FF2B5EF4-FFF2-40B4-BE49-F238E27FC236}">
                <a16:creationId xmlns:a16="http://schemas.microsoft.com/office/drawing/2014/main" id="{5AF1B85C-9FC5-43DD-8350-F6349508DC13}"/>
              </a:ext>
            </a:extLst>
          </p:cNvPr>
          <p:cNvSpPr>
            <a:spLocks xmlns:a="http://schemas.openxmlformats.org/drawingml/2006/main" noGrp="1"/>
          </p:cNvSpPr>
          <p:nvPr/>
        </p:nvSpPr>
        <p:spPr>
          <a:xfrm xmlns:a="http://schemas.openxmlformats.org/drawingml/2006/main">
            <a:off x="1962150" y="4581525"/>
            <a:ext cx="8858250" cy="2286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8845"/>
          </a:bodyPr>
          <a:lstStyle xmlns:a="http://schemas.openxmlformats.org/drawingml/2006/main"/>
          <a:p xmlns:a="http://schemas.openxmlformats.org/drawingml/2006/main">
            <a:pPr algn="l">
              <a:defRPr sz="1013" b="0">
                <a:solidFill>
                  <a:srgbClr val="53637A"/>
                </a:solidFill>
                <a:latin typeface="DejaVu Sans"/>
                <a:ea typeface="DejaVu Sans"/>
                <a:cs typeface="DejaVu Sans"/>
              </a:defRPr>
            </a:pPr>
            <a:r>
              <a:rPr sz="1013" b="0">
                <a:solidFill>
                  <a:srgbClr val="53637A"/>
                </a:solidFill>
                <a:latin typeface="DejaVu Sans"/>
                <a:ea typeface="DejaVu Sans"/>
                <a:cs typeface="DejaVu Sans"/>
              </a:rPr>
              <a:t>DTC · Live Data · Freeze Frame · βλάβες δικτύου</a:t>
            </a:r>
          </a:p>
        </p:txBody>
      </p:sp>
      <p:sp>
        <p:nvSpPr>
          <p:cNvPr id="25" name="">
            <a:extLst xmlns:a="http://schemas.openxmlformats.org/drawingml/2006/main">
              <a:ext uri="{FF2B5EF4-FFF2-40B4-BE49-F238E27FC236}">
                <a16:creationId xmlns:a16="http://schemas.microsoft.com/office/drawing/2014/main" id="{7FC3BE26-F465-4656-98CD-BE32EA92E5E5}"/>
              </a:ext>
            </a:extLst>
          </p:cNvPr>
          <p:cNvSpPr>
            <a:spLocks xmlns:a="http://schemas.openxmlformats.org/drawingml/2006/main" noGrp="1"/>
          </p:cNvSpPr>
          <p:nvPr/>
        </p:nvSpPr>
        <p:spPr>
          <a:xfrm xmlns:a="http://schemas.openxmlformats.org/drawingml/2006/main">
            <a:off x="704850" y="5105400"/>
            <a:ext cx="106680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9D5E3"/>
            </a:solidFill>
          </a:ln>
        </p:spPr>
      </p:sp>
      <p:sp>
        <p:nvSpPr>
          <p:cNvPr id="26" name="">
            <a:extLst xmlns:a="http://schemas.openxmlformats.org/drawingml/2006/main">
              <a:ext uri="{FF2B5EF4-FFF2-40B4-BE49-F238E27FC236}">
                <a16:creationId xmlns:a16="http://schemas.microsoft.com/office/drawing/2014/main" id="{36696DCF-8297-4BAD-A9B7-A35088A1AF80}"/>
              </a:ext>
            </a:extLst>
          </p:cNvPr>
          <p:cNvSpPr>
            <a:spLocks xmlns:a="http://schemas.openxmlformats.org/drawingml/2006/main" noGrp="1"/>
          </p:cNvSpPr>
          <p:nvPr/>
        </p:nvSpPr>
        <p:spPr>
          <a:xfrm xmlns:a="http://schemas.openxmlformats.org/drawingml/2006/main">
            <a:off x="704850" y="5105400"/>
            <a:ext cx="990600" cy="704850"/>
          </a:xfrm>
          <a:prstGeom xmlns:a="http://schemas.openxmlformats.org/drawingml/2006/main" prst="roundRect">
            <a:avLst>
              <a:gd name="adj" fmla="val 10811"/>
            </a:avLst>
          </a:prstGeom>
          <a:solidFill xmlns:a="http://schemas.openxmlformats.org/drawingml/2006/main">
            <a:srgbClr val="22AE68"/>
          </a:solidFill>
          <a:ln xmlns:a="http://schemas.openxmlformats.org/drawingml/2006/main" w="0">
            <a:solidFill>
              <a:srgbClr val="22AE68"/>
            </a:solidFill>
          </a:ln>
        </p:spPr>
      </p:sp>
      <p:sp>
        <p:nvSpPr>
          <p:cNvPr id="27" name="">
            <a:extLst xmlns:a="http://schemas.openxmlformats.org/drawingml/2006/main">
              <a:ext uri="{FF2B5EF4-FFF2-40B4-BE49-F238E27FC236}">
                <a16:creationId xmlns:a16="http://schemas.microsoft.com/office/drawing/2014/main" id="{8563DAE3-BDAA-4EEC-AAC5-44A2C8218E83}"/>
              </a:ext>
            </a:extLst>
          </p:cNvPr>
          <p:cNvSpPr>
            <a:spLocks xmlns:a="http://schemas.openxmlformats.org/drawingml/2006/main" noGrp="1"/>
          </p:cNvSpPr>
          <p:nvPr/>
        </p:nvSpPr>
        <p:spPr>
          <a:xfrm xmlns:a="http://schemas.openxmlformats.org/drawingml/2006/main">
            <a:off x="704850" y="5105400"/>
            <a:ext cx="990600" cy="704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7FAFD"/>
                </a:solidFill>
                <a:latin typeface="DejaVu Sans"/>
                <a:ea typeface="DejaVu Sans"/>
                <a:cs typeface="DejaVu Sans"/>
              </a:defRPr>
            </a:pPr>
            <a:r>
              <a:rPr sz="1500" b="1">
                <a:solidFill>
                  <a:srgbClr val="F7FAFD"/>
                </a:solidFill>
                <a:latin typeface="DejaVu Sans"/>
                <a:ea typeface="DejaVu Sans"/>
                <a:cs typeface="DejaVu Sans"/>
              </a:rPr>
              <a:t>14–15</a:t>
            </a:r>
          </a:p>
        </p:txBody>
      </p:sp>
      <p:sp>
        <p:nvSpPr>
          <p:cNvPr id="28" name="">
            <a:extLst xmlns:a="http://schemas.openxmlformats.org/drawingml/2006/main">
              <a:ext uri="{FF2B5EF4-FFF2-40B4-BE49-F238E27FC236}">
                <a16:creationId xmlns:a16="http://schemas.microsoft.com/office/drawing/2014/main" id="{E6013D1C-6544-4751-92DC-1048FFE45C31}"/>
              </a:ext>
            </a:extLst>
          </p:cNvPr>
          <p:cNvSpPr>
            <a:spLocks xmlns:a="http://schemas.openxmlformats.org/drawingml/2006/main" noGrp="1"/>
          </p:cNvSpPr>
          <p:nvPr/>
        </p:nvSpPr>
        <p:spPr>
          <a:xfrm xmlns:a="http://schemas.openxmlformats.org/drawingml/2006/main">
            <a:off x="1962150" y="5181600"/>
            <a:ext cx="314325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Συνδεδεμένο όχημα</a:t>
            </a:r>
          </a:p>
        </p:txBody>
      </p:sp>
      <p:sp>
        <p:nvSpPr>
          <p:cNvPr id="29" name="">
            <a:extLst xmlns:a="http://schemas.openxmlformats.org/drawingml/2006/main">
              <a:ext uri="{FF2B5EF4-FFF2-40B4-BE49-F238E27FC236}">
                <a16:creationId xmlns:a16="http://schemas.microsoft.com/office/drawing/2014/main" id="{62AFB30A-02B4-4079-B362-9A56B4026792}"/>
              </a:ext>
            </a:extLst>
          </p:cNvPr>
          <p:cNvSpPr>
            <a:spLocks xmlns:a="http://schemas.openxmlformats.org/drawingml/2006/main" noGrp="1"/>
          </p:cNvSpPr>
          <p:nvPr/>
        </p:nvSpPr>
        <p:spPr>
          <a:xfrm xmlns:a="http://schemas.openxmlformats.org/drawingml/2006/main">
            <a:off x="1962150" y="5476875"/>
            <a:ext cx="8858250" cy="2286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8845"/>
          </a:bodyPr>
          <a:lstStyle xmlns:a="http://schemas.openxmlformats.org/drawingml/2006/main"/>
          <a:p xmlns:a="http://schemas.openxmlformats.org/drawingml/2006/main">
            <a:pPr algn="l">
              <a:defRPr sz="1013" b="0">
                <a:solidFill>
                  <a:srgbClr val="53637A"/>
                </a:solidFill>
                <a:latin typeface="DejaVu Sans"/>
                <a:ea typeface="DejaVu Sans"/>
                <a:cs typeface="DejaVu Sans"/>
              </a:defRPr>
            </a:pPr>
            <a:r>
              <a:rPr sz="1013" b="0">
                <a:solidFill>
                  <a:srgbClr val="53637A"/>
                </a:solidFill>
                <a:latin typeface="DejaVu Sans"/>
                <a:ea typeface="DejaVu Sans"/>
                <a:cs typeface="DejaVu Sans"/>
              </a:rPr>
              <a:t>τηλεματική · V2X · ασφάλεια · αξιολόγηση</a:t>
            </a:r>
          </a:p>
        </p:txBody>
      </p:sp>
      <p:sp>
        <p:nvSpPr>
          <p:cNvPr id="30" name="">
            <a:extLst xmlns:a="http://schemas.openxmlformats.org/drawingml/2006/main">
              <a:ext uri="{FF2B5EF4-FFF2-40B4-BE49-F238E27FC236}">
                <a16:creationId xmlns:a16="http://schemas.microsoft.com/office/drawing/2014/main" id="{975EC2B9-D3D7-457F-9E70-E6E84DAC6DA9}"/>
              </a:ext>
            </a:extLst>
          </p:cNvPr>
          <p:cNvSpPr>
            <a:spLocks xmlns:a="http://schemas.openxmlformats.org/drawingml/2006/main" noGrp="1"/>
          </p:cNvSpPr>
          <p:nvPr/>
        </p:nvSpPr>
        <p:spPr>
          <a:xfrm xmlns:a="http://schemas.openxmlformats.org/drawingml/2006/main">
            <a:off x="609600" y="6477000"/>
            <a:ext cx="44767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l">
              <a:defRPr sz="788" b="0">
                <a:solidFill>
                  <a:srgbClr val="53637A"/>
                </a:solidFill>
                <a:latin typeface="DejaVu Sans"/>
                <a:ea typeface="DejaVu Sans"/>
                <a:cs typeface="DejaVu Sans"/>
              </a:defRPr>
            </a:pPr>
            <a:r>
              <a:rPr sz="788" b="0">
                <a:solidFill>
                  <a:srgbClr val="53637A"/>
                </a:solidFill>
                <a:latin typeface="DejaVu Sans"/>
                <a:ea typeface="DejaVu Sans"/>
                <a:cs typeface="DejaVu Sans"/>
              </a:rPr>
              <a:t>Δίκτυα και Επικοινωνία Οχημάτων</a:t>
            </a:r>
          </a:p>
        </p:txBody>
      </p:sp>
      <p:sp>
        <p:nvSpPr>
          <p:cNvPr id="31" name="">
            <a:extLst xmlns:a="http://schemas.openxmlformats.org/drawingml/2006/main">
              <a:ext uri="{FF2B5EF4-FFF2-40B4-BE49-F238E27FC236}">
                <a16:creationId xmlns:a16="http://schemas.microsoft.com/office/drawing/2014/main" id="{B1BF6B62-F584-4E73-B838-64816E92E8A6}"/>
              </a:ext>
            </a:extLst>
          </p:cNvPr>
          <p:cNvSpPr>
            <a:spLocks xmlns:a="http://schemas.openxmlformats.org/drawingml/2006/main" noGrp="1"/>
          </p:cNvSpPr>
          <p:nvPr/>
        </p:nvSpPr>
        <p:spPr>
          <a:xfrm xmlns:a="http://schemas.openxmlformats.org/drawingml/2006/main">
            <a:off x="11049000" y="6477000"/>
            <a:ext cx="5143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r">
              <a:defRPr sz="788" b="1">
                <a:solidFill>
                  <a:srgbClr val="53637A"/>
                </a:solidFill>
                <a:latin typeface="DejaVu Sans"/>
                <a:ea typeface="DejaVu Sans"/>
                <a:cs typeface="DejaVu Sans"/>
              </a:defRPr>
            </a:pPr>
            <a:r>
              <a:rPr sz="788" b="1">
                <a:solidFill>
                  <a:srgbClr val="53637A"/>
                </a:solidFill>
                <a:latin typeface="DejaVu Sans"/>
                <a:ea typeface="DejaVu Sans"/>
                <a:cs typeface="DejaVu Sans"/>
              </a:rPr>
              <a:t>04</a:t>
            </a:r>
          </a:p>
        </p:txBody>
      </p:sp>
    </p:spTree>
    <p:extLst>
      <p:ext uri="{BB962C8B-B14F-4D97-AF65-F5344CB8AC3E}">
        <p14:creationId xmlns:p14="http://schemas.microsoft.com/office/powerpoint/2010/main" val="73191737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DDAB11A-405D-4DA3-BF85-66919DF049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426"/>
          </a:solidFill>
          <a:ln xmlns:a="http://schemas.openxmlformats.org/drawingml/2006/main" w="0">
            <a:solidFill>
              <a:srgbClr val="071426"/>
            </a:solidFill>
          </a:ln>
        </p:spPr>
      </p:sp>
      <p:sp>
        <p:nvSpPr>
          <p:cNvPr id="2" name="">
            <a:extLst xmlns:a="http://schemas.openxmlformats.org/drawingml/2006/main">
              <a:ext uri="{FF2B5EF4-FFF2-40B4-BE49-F238E27FC236}">
                <a16:creationId xmlns:a16="http://schemas.microsoft.com/office/drawing/2014/main" id="{586F8FA5-E3E2-4DC1-B45D-88E20732F9ED}"/>
              </a:ext>
            </a:extLst>
          </p:cNvPr>
          <p:cNvSpPr>
            <a:spLocks xmlns:a="http://schemas.openxmlformats.org/drawingml/2006/main" noGrp="1"/>
          </p:cNvSpPr>
          <p:nvPr/>
        </p:nvSpPr>
        <p:spPr>
          <a:xfrm xmlns:a="http://schemas.openxmlformats.org/drawingml/2006/main">
            <a:off x="609600" y="209550"/>
            <a:ext cx="590550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6FF"/>
                </a:solidFill>
                <a:latin typeface="DejaVu Sans"/>
                <a:ea typeface="DejaVu Sans"/>
                <a:cs typeface="DejaVu Sans"/>
              </a:defRPr>
            </a:pPr>
            <a:r>
              <a:rPr sz="900" b="1">
                <a:solidFill>
                  <a:srgbClr val="2F76FF"/>
                </a:solidFill>
                <a:latin typeface="DejaVu Sans"/>
                <a:ea typeface="DejaVu Sans"/>
                <a:cs typeface="DejaVu Sans"/>
              </a:rPr>
              <a:t>04 · ΜΑΘΉΜΑΤΑ 1–4</a:t>
            </a:r>
          </a:p>
        </p:txBody>
      </p:sp>
      <p:sp>
        <p:nvSpPr>
          <p:cNvPr id="3" name="">
            <a:extLst xmlns:a="http://schemas.openxmlformats.org/drawingml/2006/main">
              <a:ext uri="{FF2B5EF4-FFF2-40B4-BE49-F238E27FC236}">
                <a16:creationId xmlns:a16="http://schemas.microsoft.com/office/drawing/2014/main" id="{C10CDB23-CE11-4C1D-B482-ECE3752B4AE6}"/>
              </a:ext>
            </a:extLst>
          </p:cNvPr>
          <p:cNvSpPr>
            <a:spLocks xmlns:a="http://schemas.openxmlformats.org/drawingml/2006/main" noGrp="1"/>
          </p:cNvSpPr>
          <p:nvPr/>
        </p:nvSpPr>
        <p:spPr>
          <a:xfrm xmlns:a="http://schemas.openxmlformats.org/drawingml/2006/main">
            <a:off x="609600" y="466725"/>
            <a:ext cx="10858500" cy="647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F7FAFD"/>
                </a:solidFill>
                <a:latin typeface="DejaVu Sans"/>
                <a:ea typeface="DejaVu Sans"/>
                <a:cs typeface="DejaVu Sans"/>
              </a:defRPr>
            </a:pPr>
            <a:r>
              <a:rPr sz="2925" b="1">
                <a:solidFill>
                  <a:srgbClr val="F7FAFD"/>
                </a:solidFill>
                <a:latin typeface="DejaVu Sans"/>
                <a:ea typeface="DejaVu Sans"/>
                <a:cs typeface="DejaVu Sans"/>
              </a:rPr>
              <a:t>Ενότητα 1 — Βασικές αρχές</a:t>
            </a:r>
          </a:p>
        </p:txBody>
      </p:sp>
      <p:sp>
        <p:nvSpPr>
          <p:cNvPr id="4" name="">
            <a:extLst xmlns:a="http://schemas.openxmlformats.org/drawingml/2006/main">
              <a:ext uri="{FF2B5EF4-FFF2-40B4-BE49-F238E27FC236}">
                <a16:creationId xmlns:a16="http://schemas.microsoft.com/office/drawing/2014/main" id="{B7D318E9-8D2A-4C12-AA64-FCD47CAB88DB}"/>
              </a:ext>
            </a:extLst>
          </p:cNvPr>
          <p:cNvSpPr>
            <a:spLocks xmlns:a="http://schemas.openxmlformats.org/drawingml/2006/main" noGrp="1"/>
          </p:cNvSpPr>
          <p:nvPr/>
        </p:nvSpPr>
        <p:spPr>
          <a:xfrm xmlns:a="http://schemas.openxmlformats.org/drawingml/2006/main">
            <a:off x="609600" y="1200150"/>
            <a:ext cx="781050" cy="47625"/>
          </a:xfrm>
          <a:prstGeom xmlns:a="http://schemas.openxmlformats.org/drawingml/2006/main" prst="rect">
            <a:avLst/>
          </a:prstGeom>
          <a:solidFill xmlns:a="http://schemas.openxmlformats.org/drawingml/2006/main">
            <a:srgbClr val="2F76FF"/>
          </a:solidFill>
          <a:ln xmlns:a="http://schemas.openxmlformats.org/drawingml/2006/main" w="0">
            <a:solidFill>
              <a:srgbClr val="2F76FF"/>
            </a:solidFill>
          </a:ln>
        </p:spPr>
      </p:sp>
      <p:sp>
        <p:nvSpPr>
          <p:cNvPr id="5" name="">
            <a:extLst xmlns:a="http://schemas.openxmlformats.org/drawingml/2006/main">
              <a:ext uri="{FF2B5EF4-FFF2-40B4-BE49-F238E27FC236}">
                <a16:creationId xmlns:a16="http://schemas.microsoft.com/office/drawing/2014/main" id="{2B79AF37-C70E-4FF3-B18D-8B82BC9766A9}"/>
              </a:ext>
            </a:extLst>
          </p:cNvPr>
          <p:cNvSpPr>
            <a:spLocks xmlns:a="http://schemas.openxmlformats.org/drawingml/2006/main" noGrp="1"/>
          </p:cNvSpPr>
          <p:nvPr/>
        </p:nvSpPr>
        <p:spPr>
          <a:xfrm xmlns:a="http://schemas.openxmlformats.org/drawingml/2006/main">
            <a:off x="628650" y="1390650"/>
            <a:ext cx="87630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9CADC2"/>
                </a:solidFill>
                <a:latin typeface="DejaVu Sans"/>
                <a:ea typeface="DejaVu Sans"/>
                <a:cs typeface="DejaVu Sans"/>
              </a:defRPr>
            </a:pPr>
            <a:r>
              <a:rPr sz="1350" b="0">
                <a:solidFill>
                  <a:srgbClr val="9CADC2"/>
                </a:solidFill>
                <a:latin typeface="DejaVu Sans"/>
                <a:ea typeface="DejaVu Sans"/>
                <a:cs typeface="DejaVu Sans"/>
              </a:rPr>
              <a:t>Χτίζουμε τη γλώσσα που θα χρησιμοποιούμε σε όλο το εξάμηνο.</a:t>
            </a:r>
          </a:p>
        </p:txBody>
      </p:sp>
      <p:sp>
        <p:nvSpPr>
          <p:cNvPr id="6" name="">
            <a:extLst xmlns:a="http://schemas.openxmlformats.org/drawingml/2006/main">
              <a:ext uri="{FF2B5EF4-FFF2-40B4-BE49-F238E27FC236}">
                <a16:creationId xmlns:a16="http://schemas.microsoft.com/office/drawing/2014/main" id="{96D44AF0-FB3A-4031-BF49-B0F46C274E73}"/>
              </a:ext>
            </a:extLst>
          </p:cNvPr>
          <p:cNvSpPr>
            <a:spLocks xmlns:a="http://schemas.openxmlformats.org/drawingml/2006/main" noGrp="1"/>
          </p:cNvSpPr>
          <p:nvPr/>
        </p:nvSpPr>
        <p:spPr>
          <a:xfrm xmlns:a="http://schemas.openxmlformats.org/drawingml/2006/main">
            <a:off x="628650" y="2076450"/>
            <a:ext cx="5105400" cy="1257300"/>
          </a:xfrm>
          <a:prstGeom xmlns:a="http://schemas.openxmlformats.org/drawingml/2006/main" prst="roundRect">
            <a:avLst>
              <a:gd name="adj" fmla="val 6061"/>
            </a:avLst>
          </a:prstGeom>
          <a:solidFill xmlns:a="http://schemas.openxmlformats.org/drawingml/2006/main">
            <a:srgbClr val="0B1D33"/>
          </a:solidFill>
          <a:ln xmlns:a="http://schemas.openxmlformats.org/drawingml/2006/main" w="14288">
            <a:solidFill>
              <a:srgbClr val="1A4662"/>
            </a:solidFill>
          </a:ln>
        </p:spPr>
      </p:sp>
      <p:sp>
        <p:nvSpPr>
          <p:cNvPr id="7" name="">
            <a:extLst xmlns:a="http://schemas.openxmlformats.org/drawingml/2006/main">
              <a:ext uri="{FF2B5EF4-FFF2-40B4-BE49-F238E27FC236}">
                <a16:creationId xmlns:a16="http://schemas.microsoft.com/office/drawing/2014/main" id="{EFCD507A-98B8-44AA-BB9E-5ABB4E92B596}"/>
              </a:ext>
            </a:extLst>
          </p:cNvPr>
          <p:cNvSpPr>
            <a:spLocks xmlns:a="http://schemas.openxmlformats.org/drawingml/2006/main" noGrp="1"/>
          </p:cNvSpPr>
          <p:nvPr/>
        </p:nvSpPr>
        <p:spPr>
          <a:xfrm xmlns:a="http://schemas.openxmlformats.org/drawingml/2006/main">
            <a:off x="628650" y="2076450"/>
            <a:ext cx="85725" cy="1257300"/>
          </a:xfrm>
          <a:prstGeom xmlns:a="http://schemas.openxmlformats.org/drawingml/2006/main" prst="roundRect">
            <a:avLst>
              <a:gd name="adj" fmla="val 50000"/>
            </a:avLst>
          </a:prstGeom>
          <a:solidFill xmlns:a="http://schemas.openxmlformats.org/drawingml/2006/main">
            <a:srgbClr val="2F76FF"/>
          </a:solidFill>
          <a:ln xmlns:a="http://schemas.openxmlformats.org/drawingml/2006/main" w="0">
            <a:solidFill>
              <a:srgbClr val="2F76FF"/>
            </a:solidFill>
          </a:ln>
        </p:spPr>
      </p:sp>
      <p:sp>
        <p:nvSpPr>
          <p:cNvPr id="8" name="">
            <a:extLst xmlns:a="http://schemas.openxmlformats.org/drawingml/2006/main">
              <a:ext uri="{FF2B5EF4-FFF2-40B4-BE49-F238E27FC236}">
                <a16:creationId xmlns:a16="http://schemas.microsoft.com/office/drawing/2014/main" id="{F828D6B0-99A2-4355-BB1D-5B2FFD031BD0}"/>
              </a:ext>
            </a:extLst>
          </p:cNvPr>
          <p:cNvSpPr>
            <a:spLocks xmlns:a="http://schemas.openxmlformats.org/drawingml/2006/main" noGrp="1"/>
          </p:cNvSpPr>
          <p:nvPr/>
        </p:nvSpPr>
        <p:spPr>
          <a:xfrm xmlns:a="http://schemas.openxmlformats.org/drawingml/2006/main">
            <a:off x="866775" y="2286000"/>
            <a:ext cx="514350" cy="323850"/>
          </a:xfrm>
          <a:prstGeom xmlns:a="http://schemas.openxmlformats.org/drawingml/2006/main" prst="roundRect">
            <a:avLst>
              <a:gd name="adj" fmla="val 23529"/>
            </a:avLst>
          </a:prstGeom>
          <a:solidFill xmlns:a="http://schemas.openxmlformats.org/drawingml/2006/main">
            <a:srgbClr val="071426"/>
          </a:solidFill>
          <a:ln xmlns:a="http://schemas.openxmlformats.org/drawingml/2006/main" w="11430">
            <a:solidFill>
              <a:srgbClr val="2F76FF"/>
            </a:solidFill>
          </a:ln>
        </p:spPr>
      </p:sp>
      <p:sp>
        <p:nvSpPr>
          <p:cNvPr id="9" name="">
            <a:extLst xmlns:a="http://schemas.openxmlformats.org/drawingml/2006/main">
              <a:ext uri="{FF2B5EF4-FFF2-40B4-BE49-F238E27FC236}">
                <a16:creationId xmlns:a16="http://schemas.microsoft.com/office/drawing/2014/main" id="{317E3B88-0C02-4E4A-8E2E-C61CDCAE2ACD}"/>
              </a:ext>
            </a:extLst>
          </p:cNvPr>
          <p:cNvSpPr>
            <a:spLocks xmlns:a="http://schemas.openxmlformats.org/drawingml/2006/main" noGrp="1"/>
          </p:cNvSpPr>
          <p:nvPr/>
        </p:nvSpPr>
        <p:spPr>
          <a:xfrm xmlns:a="http://schemas.openxmlformats.org/drawingml/2006/main">
            <a:off x="866775" y="2286000"/>
            <a:ext cx="514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6FF"/>
                </a:solidFill>
                <a:latin typeface="DejaVu Sans"/>
                <a:ea typeface="DejaVu Sans"/>
                <a:cs typeface="DejaVu Sans"/>
              </a:defRPr>
            </a:pPr>
            <a:r>
              <a:rPr sz="1050" b="1">
                <a:solidFill>
                  <a:srgbClr val="2F76FF"/>
                </a:solidFill>
                <a:latin typeface="DejaVu Sans"/>
                <a:ea typeface="DejaVu Sans"/>
                <a:cs typeface="DejaVu Sans"/>
              </a:rPr>
              <a:t>1</a:t>
            </a:r>
          </a:p>
        </p:txBody>
      </p:sp>
      <p:sp>
        <p:nvSpPr>
          <p:cNvPr id="10" name="">
            <a:extLst xmlns:a="http://schemas.openxmlformats.org/drawingml/2006/main">
              <a:ext uri="{FF2B5EF4-FFF2-40B4-BE49-F238E27FC236}">
                <a16:creationId xmlns:a16="http://schemas.microsoft.com/office/drawing/2014/main" id="{0939277D-AFD9-4AF7-81B9-55194BAA6EB8}"/>
              </a:ext>
            </a:extLst>
          </p:cNvPr>
          <p:cNvSpPr>
            <a:spLocks xmlns:a="http://schemas.openxmlformats.org/drawingml/2006/main" noGrp="1"/>
          </p:cNvSpPr>
          <p:nvPr/>
        </p:nvSpPr>
        <p:spPr>
          <a:xfrm xmlns:a="http://schemas.openxmlformats.org/drawingml/2006/main">
            <a:off x="1543050" y="2238375"/>
            <a:ext cx="40005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Εισαγωγή στα δίκτυα</a:t>
            </a:r>
          </a:p>
        </p:txBody>
      </p:sp>
      <p:sp>
        <p:nvSpPr>
          <p:cNvPr id="11" name="">
            <a:extLst xmlns:a="http://schemas.openxmlformats.org/drawingml/2006/main">
              <a:ext uri="{FF2B5EF4-FFF2-40B4-BE49-F238E27FC236}">
                <a16:creationId xmlns:a16="http://schemas.microsoft.com/office/drawing/2014/main" id="{966D0BFC-A3E3-4DED-B20A-98963C0651CA}"/>
              </a:ext>
            </a:extLst>
          </p:cNvPr>
          <p:cNvSpPr>
            <a:spLocks xmlns:a="http://schemas.openxmlformats.org/drawingml/2006/main" noGrp="1"/>
          </p:cNvSpPr>
          <p:nvPr/>
        </p:nvSpPr>
        <p:spPr>
          <a:xfrm xmlns:a="http://schemas.openxmlformats.org/drawingml/2006/main">
            <a:off x="1543050" y="2581275"/>
            <a:ext cx="4000500" cy="6286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αισθητήρας · ECU · ενεργοποιητής</a:t>
            </a:r>
          </a:p>
        </p:txBody>
      </p:sp>
      <p:sp>
        <p:nvSpPr>
          <p:cNvPr id="12" name="">
            <a:extLst xmlns:a="http://schemas.openxmlformats.org/drawingml/2006/main">
              <a:ext uri="{FF2B5EF4-FFF2-40B4-BE49-F238E27FC236}">
                <a16:creationId xmlns:a16="http://schemas.microsoft.com/office/drawing/2014/main" id="{2D29D3DE-774F-4706-A9B7-54A040137DD9}"/>
              </a:ext>
            </a:extLst>
          </p:cNvPr>
          <p:cNvSpPr>
            <a:spLocks xmlns:a="http://schemas.openxmlformats.org/drawingml/2006/main" noGrp="1"/>
          </p:cNvSpPr>
          <p:nvPr/>
        </p:nvSpPr>
        <p:spPr>
          <a:xfrm xmlns:a="http://schemas.openxmlformats.org/drawingml/2006/main">
            <a:off x="6096000" y="2076450"/>
            <a:ext cx="5105400" cy="1257300"/>
          </a:xfrm>
          <a:prstGeom xmlns:a="http://schemas.openxmlformats.org/drawingml/2006/main" prst="roundRect">
            <a:avLst>
              <a:gd name="adj" fmla="val 6061"/>
            </a:avLst>
          </a:prstGeom>
          <a:solidFill xmlns:a="http://schemas.openxmlformats.org/drawingml/2006/main">
            <a:srgbClr val="0B1D33"/>
          </a:solidFill>
          <a:ln xmlns:a="http://schemas.openxmlformats.org/drawingml/2006/main" w="14288">
            <a:solidFill>
              <a:srgbClr val="1A4662"/>
            </a:solidFill>
          </a:ln>
        </p:spPr>
      </p:sp>
      <p:sp>
        <p:nvSpPr>
          <p:cNvPr id="13" name="">
            <a:extLst xmlns:a="http://schemas.openxmlformats.org/drawingml/2006/main">
              <a:ext uri="{FF2B5EF4-FFF2-40B4-BE49-F238E27FC236}">
                <a16:creationId xmlns:a16="http://schemas.microsoft.com/office/drawing/2014/main" id="{3383AA54-1FEB-4435-BE3A-08738D09C364}"/>
              </a:ext>
            </a:extLst>
          </p:cNvPr>
          <p:cNvSpPr>
            <a:spLocks xmlns:a="http://schemas.openxmlformats.org/drawingml/2006/main" noGrp="1"/>
          </p:cNvSpPr>
          <p:nvPr/>
        </p:nvSpPr>
        <p:spPr>
          <a:xfrm xmlns:a="http://schemas.openxmlformats.org/drawingml/2006/main">
            <a:off x="6096000" y="2076450"/>
            <a:ext cx="85725" cy="1257300"/>
          </a:xfrm>
          <a:prstGeom xmlns:a="http://schemas.openxmlformats.org/drawingml/2006/main" prst="roundRect">
            <a:avLst>
              <a:gd name="adj" fmla="val 50000"/>
            </a:avLst>
          </a:prstGeom>
          <a:solidFill xmlns:a="http://schemas.openxmlformats.org/drawingml/2006/main">
            <a:srgbClr val="2F76FF"/>
          </a:solidFill>
          <a:ln xmlns:a="http://schemas.openxmlformats.org/drawingml/2006/main" w="0">
            <a:solidFill>
              <a:srgbClr val="2F76FF"/>
            </a:solidFill>
          </a:ln>
        </p:spPr>
      </p:sp>
      <p:sp>
        <p:nvSpPr>
          <p:cNvPr id="14" name="">
            <a:extLst xmlns:a="http://schemas.openxmlformats.org/drawingml/2006/main">
              <a:ext uri="{FF2B5EF4-FFF2-40B4-BE49-F238E27FC236}">
                <a16:creationId xmlns:a16="http://schemas.microsoft.com/office/drawing/2014/main" id="{45D3518B-F78B-4A77-BC2A-336959D90BF8}"/>
              </a:ext>
            </a:extLst>
          </p:cNvPr>
          <p:cNvSpPr>
            <a:spLocks xmlns:a="http://schemas.openxmlformats.org/drawingml/2006/main" noGrp="1"/>
          </p:cNvSpPr>
          <p:nvPr/>
        </p:nvSpPr>
        <p:spPr>
          <a:xfrm xmlns:a="http://schemas.openxmlformats.org/drawingml/2006/main">
            <a:off x="6334125" y="2286000"/>
            <a:ext cx="514350" cy="323850"/>
          </a:xfrm>
          <a:prstGeom xmlns:a="http://schemas.openxmlformats.org/drawingml/2006/main" prst="roundRect">
            <a:avLst>
              <a:gd name="adj" fmla="val 23529"/>
            </a:avLst>
          </a:prstGeom>
          <a:solidFill xmlns:a="http://schemas.openxmlformats.org/drawingml/2006/main">
            <a:srgbClr val="071426"/>
          </a:solidFill>
          <a:ln xmlns:a="http://schemas.openxmlformats.org/drawingml/2006/main" w="11430">
            <a:solidFill>
              <a:srgbClr val="2F76FF"/>
            </a:solidFill>
          </a:ln>
        </p:spPr>
      </p:sp>
      <p:sp>
        <p:nvSpPr>
          <p:cNvPr id="15" name="">
            <a:extLst xmlns:a="http://schemas.openxmlformats.org/drawingml/2006/main">
              <a:ext uri="{FF2B5EF4-FFF2-40B4-BE49-F238E27FC236}">
                <a16:creationId xmlns:a16="http://schemas.microsoft.com/office/drawing/2014/main" id="{7C2B9575-7665-454C-814B-BF38C7770864}"/>
              </a:ext>
            </a:extLst>
          </p:cNvPr>
          <p:cNvSpPr>
            <a:spLocks xmlns:a="http://schemas.openxmlformats.org/drawingml/2006/main" noGrp="1"/>
          </p:cNvSpPr>
          <p:nvPr/>
        </p:nvSpPr>
        <p:spPr>
          <a:xfrm xmlns:a="http://schemas.openxmlformats.org/drawingml/2006/main">
            <a:off x="6334125" y="2286000"/>
            <a:ext cx="514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6FF"/>
                </a:solidFill>
                <a:latin typeface="DejaVu Sans"/>
                <a:ea typeface="DejaVu Sans"/>
                <a:cs typeface="DejaVu Sans"/>
              </a:defRPr>
            </a:pPr>
            <a:r>
              <a:rPr sz="1050" b="1">
                <a:solidFill>
                  <a:srgbClr val="2F76FF"/>
                </a:solidFill>
                <a:latin typeface="DejaVu Sans"/>
                <a:ea typeface="DejaVu Sans"/>
                <a:cs typeface="DejaVu Sans"/>
              </a:rPr>
              <a:t>2</a:t>
            </a:r>
          </a:p>
        </p:txBody>
      </p:sp>
      <p:sp>
        <p:nvSpPr>
          <p:cNvPr id="16" name="">
            <a:extLst xmlns:a="http://schemas.openxmlformats.org/drawingml/2006/main">
              <a:ext uri="{FF2B5EF4-FFF2-40B4-BE49-F238E27FC236}">
                <a16:creationId xmlns:a16="http://schemas.microsoft.com/office/drawing/2014/main" id="{DCE1E9AA-38DB-400F-87C3-38A563D57659}"/>
              </a:ext>
            </a:extLst>
          </p:cNvPr>
          <p:cNvSpPr>
            <a:spLocks xmlns:a="http://schemas.openxmlformats.org/drawingml/2006/main" noGrp="1"/>
          </p:cNvSpPr>
          <p:nvPr/>
        </p:nvSpPr>
        <p:spPr>
          <a:xfrm xmlns:a="http://schemas.openxmlformats.org/drawingml/2006/main">
            <a:off x="7010400" y="2238375"/>
            <a:ext cx="40005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Δεδομένα και μετάδοση</a:t>
            </a:r>
          </a:p>
        </p:txBody>
      </p:sp>
      <p:sp>
        <p:nvSpPr>
          <p:cNvPr id="17" name="">
            <a:extLst xmlns:a="http://schemas.openxmlformats.org/drawingml/2006/main">
              <a:ext uri="{FF2B5EF4-FFF2-40B4-BE49-F238E27FC236}">
                <a16:creationId xmlns:a16="http://schemas.microsoft.com/office/drawing/2014/main" id="{96F0CC60-66D5-4C6F-9A26-FF1F89BF774B}"/>
              </a:ext>
            </a:extLst>
          </p:cNvPr>
          <p:cNvSpPr>
            <a:spLocks xmlns:a="http://schemas.openxmlformats.org/drawingml/2006/main" noGrp="1"/>
          </p:cNvSpPr>
          <p:nvPr/>
        </p:nvSpPr>
        <p:spPr>
          <a:xfrm xmlns:a="http://schemas.openxmlformats.org/drawingml/2006/main">
            <a:off x="7010400" y="2581275"/>
            <a:ext cx="4000500" cy="6286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bit · byte · σήμα · μήνυμα</a:t>
            </a:r>
          </a:p>
        </p:txBody>
      </p:sp>
      <p:sp>
        <p:nvSpPr>
          <p:cNvPr id="18" name="">
            <a:extLst xmlns:a="http://schemas.openxmlformats.org/drawingml/2006/main">
              <a:ext uri="{FF2B5EF4-FFF2-40B4-BE49-F238E27FC236}">
                <a16:creationId xmlns:a16="http://schemas.microsoft.com/office/drawing/2014/main" id="{24D650DC-3F52-4F86-92D6-BB80E3E1201D}"/>
              </a:ext>
            </a:extLst>
          </p:cNvPr>
          <p:cNvSpPr>
            <a:spLocks xmlns:a="http://schemas.openxmlformats.org/drawingml/2006/main" noGrp="1"/>
          </p:cNvSpPr>
          <p:nvPr/>
        </p:nvSpPr>
        <p:spPr>
          <a:xfrm xmlns:a="http://schemas.openxmlformats.org/drawingml/2006/main">
            <a:off x="628650" y="3657600"/>
            <a:ext cx="5105400" cy="1257300"/>
          </a:xfrm>
          <a:prstGeom xmlns:a="http://schemas.openxmlformats.org/drawingml/2006/main" prst="roundRect">
            <a:avLst>
              <a:gd name="adj" fmla="val 6061"/>
            </a:avLst>
          </a:prstGeom>
          <a:solidFill xmlns:a="http://schemas.openxmlformats.org/drawingml/2006/main">
            <a:srgbClr val="0B1D33"/>
          </a:solidFill>
          <a:ln xmlns:a="http://schemas.openxmlformats.org/drawingml/2006/main" w="14288">
            <a:solidFill>
              <a:srgbClr val="1A4662"/>
            </a:solidFill>
          </a:ln>
        </p:spPr>
      </p:sp>
      <p:sp>
        <p:nvSpPr>
          <p:cNvPr id="19" name="">
            <a:extLst xmlns:a="http://schemas.openxmlformats.org/drawingml/2006/main">
              <a:ext uri="{FF2B5EF4-FFF2-40B4-BE49-F238E27FC236}">
                <a16:creationId xmlns:a16="http://schemas.microsoft.com/office/drawing/2014/main" id="{C32C08DF-C887-4570-A994-B1377817B638}"/>
              </a:ext>
            </a:extLst>
          </p:cNvPr>
          <p:cNvSpPr>
            <a:spLocks xmlns:a="http://schemas.openxmlformats.org/drawingml/2006/main" noGrp="1"/>
          </p:cNvSpPr>
          <p:nvPr/>
        </p:nvSpPr>
        <p:spPr>
          <a:xfrm xmlns:a="http://schemas.openxmlformats.org/drawingml/2006/main">
            <a:off x="628650" y="3657600"/>
            <a:ext cx="85725" cy="1257300"/>
          </a:xfrm>
          <a:prstGeom xmlns:a="http://schemas.openxmlformats.org/drawingml/2006/main" prst="roundRect">
            <a:avLst>
              <a:gd name="adj" fmla="val 50000"/>
            </a:avLst>
          </a:prstGeom>
          <a:solidFill xmlns:a="http://schemas.openxmlformats.org/drawingml/2006/main">
            <a:srgbClr val="2F76FF"/>
          </a:solidFill>
          <a:ln xmlns:a="http://schemas.openxmlformats.org/drawingml/2006/main" w="0">
            <a:solidFill>
              <a:srgbClr val="2F76FF"/>
            </a:solidFill>
          </a:ln>
        </p:spPr>
      </p:sp>
      <p:sp>
        <p:nvSpPr>
          <p:cNvPr id="20" name="">
            <a:extLst xmlns:a="http://schemas.openxmlformats.org/drawingml/2006/main">
              <a:ext uri="{FF2B5EF4-FFF2-40B4-BE49-F238E27FC236}">
                <a16:creationId xmlns:a16="http://schemas.microsoft.com/office/drawing/2014/main" id="{E89266DE-388A-476E-9219-09BADB960EFC}"/>
              </a:ext>
            </a:extLst>
          </p:cNvPr>
          <p:cNvSpPr>
            <a:spLocks xmlns:a="http://schemas.openxmlformats.org/drawingml/2006/main" noGrp="1"/>
          </p:cNvSpPr>
          <p:nvPr/>
        </p:nvSpPr>
        <p:spPr>
          <a:xfrm xmlns:a="http://schemas.openxmlformats.org/drawingml/2006/main">
            <a:off x="866775" y="3867150"/>
            <a:ext cx="514350" cy="323850"/>
          </a:xfrm>
          <a:prstGeom xmlns:a="http://schemas.openxmlformats.org/drawingml/2006/main" prst="roundRect">
            <a:avLst>
              <a:gd name="adj" fmla="val 23529"/>
            </a:avLst>
          </a:prstGeom>
          <a:solidFill xmlns:a="http://schemas.openxmlformats.org/drawingml/2006/main">
            <a:srgbClr val="071426"/>
          </a:solidFill>
          <a:ln xmlns:a="http://schemas.openxmlformats.org/drawingml/2006/main" w="11430">
            <a:solidFill>
              <a:srgbClr val="2F76FF"/>
            </a:solidFill>
          </a:ln>
        </p:spPr>
      </p:sp>
      <p:sp>
        <p:nvSpPr>
          <p:cNvPr id="21" name="">
            <a:extLst xmlns:a="http://schemas.openxmlformats.org/drawingml/2006/main">
              <a:ext uri="{FF2B5EF4-FFF2-40B4-BE49-F238E27FC236}">
                <a16:creationId xmlns:a16="http://schemas.microsoft.com/office/drawing/2014/main" id="{434618C9-E457-490D-A18C-D1074A29CDEE}"/>
              </a:ext>
            </a:extLst>
          </p:cNvPr>
          <p:cNvSpPr>
            <a:spLocks xmlns:a="http://schemas.openxmlformats.org/drawingml/2006/main" noGrp="1"/>
          </p:cNvSpPr>
          <p:nvPr/>
        </p:nvSpPr>
        <p:spPr>
          <a:xfrm xmlns:a="http://schemas.openxmlformats.org/drawingml/2006/main">
            <a:off x="866775" y="3867150"/>
            <a:ext cx="514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6FF"/>
                </a:solidFill>
                <a:latin typeface="DejaVu Sans"/>
                <a:ea typeface="DejaVu Sans"/>
                <a:cs typeface="DejaVu Sans"/>
              </a:defRPr>
            </a:pPr>
            <a:r>
              <a:rPr sz="1050" b="1">
                <a:solidFill>
                  <a:srgbClr val="2F76FF"/>
                </a:solidFill>
                <a:latin typeface="DejaVu Sans"/>
                <a:ea typeface="DejaVu Sans"/>
                <a:cs typeface="DejaVu Sans"/>
              </a:rPr>
              <a:t>3</a:t>
            </a:r>
          </a:p>
        </p:txBody>
      </p:sp>
      <p:sp>
        <p:nvSpPr>
          <p:cNvPr id="22" name="">
            <a:extLst xmlns:a="http://schemas.openxmlformats.org/drawingml/2006/main">
              <a:ext uri="{FF2B5EF4-FFF2-40B4-BE49-F238E27FC236}">
                <a16:creationId xmlns:a16="http://schemas.microsoft.com/office/drawing/2014/main" id="{DAD9C3B6-36BF-44A7-8843-C4FB1434237B}"/>
              </a:ext>
            </a:extLst>
          </p:cNvPr>
          <p:cNvSpPr>
            <a:spLocks xmlns:a="http://schemas.openxmlformats.org/drawingml/2006/main" noGrp="1"/>
          </p:cNvSpPr>
          <p:nvPr/>
        </p:nvSpPr>
        <p:spPr>
          <a:xfrm xmlns:a="http://schemas.openxmlformats.org/drawingml/2006/main">
            <a:off x="1543050" y="3819525"/>
            <a:ext cx="40005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Αρχιτεκτονικές και τοπολογίες</a:t>
            </a:r>
          </a:p>
        </p:txBody>
      </p:sp>
      <p:sp>
        <p:nvSpPr>
          <p:cNvPr id="23" name="">
            <a:extLst xmlns:a="http://schemas.openxmlformats.org/drawingml/2006/main">
              <a:ext uri="{FF2B5EF4-FFF2-40B4-BE49-F238E27FC236}">
                <a16:creationId xmlns:a16="http://schemas.microsoft.com/office/drawing/2014/main" id="{B42619E2-568D-4F48-98F7-E4B591154716}"/>
              </a:ext>
            </a:extLst>
          </p:cNvPr>
          <p:cNvSpPr>
            <a:spLocks xmlns:a="http://schemas.openxmlformats.org/drawingml/2006/main" noGrp="1"/>
          </p:cNvSpPr>
          <p:nvPr/>
        </p:nvSpPr>
        <p:spPr>
          <a:xfrm xmlns:a="http://schemas.openxmlformats.org/drawingml/2006/main">
            <a:off x="1543050" y="4162425"/>
            <a:ext cx="4000500" cy="6286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κόμβοι · δίαυλος · αστέρας</a:t>
            </a:r>
          </a:p>
        </p:txBody>
      </p:sp>
      <p:sp>
        <p:nvSpPr>
          <p:cNvPr id="24" name="">
            <a:extLst xmlns:a="http://schemas.openxmlformats.org/drawingml/2006/main">
              <a:ext uri="{FF2B5EF4-FFF2-40B4-BE49-F238E27FC236}">
                <a16:creationId xmlns:a16="http://schemas.microsoft.com/office/drawing/2014/main" id="{CFD8416A-A90D-4D86-9D84-D996A8D6D289}"/>
              </a:ext>
            </a:extLst>
          </p:cNvPr>
          <p:cNvSpPr>
            <a:spLocks xmlns:a="http://schemas.openxmlformats.org/drawingml/2006/main" noGrp="1"/>
          </p:cNvSpPr>
          <p:nvPr/>
        </p:nvSpPr>
        <p:spPr>
          <a:xfrm xmlns:a="http://schemas.openxmlformats.org/drawingml/2006/main">
            <a:off x="6096000" y="3657600"/>
            <a:ext cx="5105400" cy="1257300"/>
          </a:xfrm>
          <a:prstGeom xmlns:a="http://schemas.openxmlformats.org/drawingml/2006/main" prst="roundRect">
            <a:avLst>
              <a:gd name="adj" fmla="val 6061"/>
            </a:avLst>
          </a:prstGeom>
          <a:solidFill xmlns:a="http://schemas.openxmlformats.org/drawingml/2006/main">
            <a:srgbClr val="0B1D33"/>
          </a:solidFill>
          <a:ln xmlns:a="http://schemas.openxmlformats.org/drawingml/2006/main" w="14288">
            <a:solidFill>
              <a:srgbClr val="1A4662"/>
            </a:solidFill>
          </a:ln>
        </p:spPr>
      </p:sp>
      <p:sp>
        <p:nvSpPr>
          <p:cNvPr id="25" name="">
            <a:extLst xmlns:a="http://schemas.openxmlformats.org/drawingml/2006/main">
              <a:ext uri="{FF2B5EF4-FFF2-40B4-BE49-F238E27FC236}">
                <a16:creationId xmlns:a16="http://schemas.microsoft.com/office/drawing/2014/main" id="{AF71CB84-BF1C-4FBD-9EA2-8F0118E2B15F}"/>
              </a:ext>
            </a:extLst>
          </p:cNvPr>
          <p:cNvSpPr>
            <a:spLocks xmlns:a="http://schemas.openxmlformats.org/drawingml/2006/main" noGrp="1"/>
          </p:cNvSpPr>
          <p:nvPr/>
        </p:nvSpPr>
        <p:spPr>
          <a:xfrm xmlns:a="http://schemas.openxmlformats.org/drawingml/2006/main">
            <a:off x="6096000" y="3657600"/>
            <a:ext cx="85725" cy="1257300"/>
          </a:xfrm>
          <a:prstGeom xmlns:a="http://schemas.openxmlformats.org/drawingml/2006/main" prst="roundRect">
            <a:avLst>
              <a:gd name="adj" fmla="val 50000"/>
            </a:avLst>
          </a:prstGeom>
          <a:solidFill xmlns:a="http://schemas.openxmlformats.org/drawingml/2006/main">
            <a:srgbClr val="2F76FF"/>
          </a:solidFill>
          <a:ln xmlns:a="http://schemas.openxmlformats.org/drawingml/2006/main" w="0">
            <a:solidFill>
              <a:srgbClr val="2F76FF"/>
            </a:solidFill>
          </a:ln>
        </p:spPr>
      </p:sp>
      <p:sp>
        <p:nvSpPr>
          <p:cNvPr id="26" name="">
            <a:extLst xmlns:a="http://schemas.openxmlformats.org/drawingml/2006/main">
              <a:ext uri="{FF2B5EF4-FFF2-40B4-BE49-F238E27FC236}">
                <a16:creationId xmlns:a16="http://schemas.microsoft.com/office/drawing/2014/main" id="{38EF21A4-B32A-4E5E-B751-ACB521BC7171}"/>
              </a:ext>
            </a:extLst>
          </p:cNvPr>
          <p:cNvSpPr>
            <a:spLocks xmlns:a="http://schemas.openxmlformats.org/drawingml/2006/main" noGrp="1"/>
          </p:cNvSpPr>
          <p:nvPr/>
        </p:nvSpPr>
        <p:spPr>
          <a:xfrm xmlns:a="http://schemas.openxmlformats.org/drawingml/2006/main">
            <a:off x="6334125" y="3867150"/>
            <a:ext cx="514350" cy="323850"/>
          </a:xfrm>
          <a:prstGeom xmlns:a="http://schemas.openxmlformats.org/drawingml/2006/main" prst="roundRect">
            <a:avLst>
              <a:gd name="adj" fmla="val 23529"/>
            </a:avLst>
          </a:prstGeom>
          <a:solidFill xmlns:a="http://schemas.openxmlformats.org/drawingml/2006/main">
            <a:srgbClr val="071426"/>
          </a:solidFill>
          <a:ln xmlns:a="http://schemas.openxmlformats.org/drawingml/2006/main" w="11430">
            <a:solidFill>
              <a:srgbClr val="2F76FF"/>
            </a:solidFill>
          </a:ln>
        </p:spPr>
      </p:sp>
      <p:sp>
        <p:nvSpPr>
          <p:cNvPr id="27" name="">
            <a:extLst xmlns:a="http://schemas.openxmlformats.org/drawingml/2006/main">
              <a:ext uri="{FF2B5EF4-FFF2-40B4-BE49-F238E27FC236}">
                <a16:creationId xmlns:a16="http://schemas.microsoft.com/office/drawing/2014/main" id="{2CED8A6C-7983-4706-9C37-A9F7F8436A7B}"/>
              </a:ext>
            </a:extLst>
          </p:cNvPr>
          <p:cNvSpPr>
            <a:spLocks xmlns:a="http://schemas.openxmlformats.org/drawingml/2006/main" noGrp="1"/>
          </p:cNvSpPr>
          <p:nvPr/>
        </p:nvSpPr>
        <p:spPr>
          <a:xfrm xmlns:a="http://schemas.openxmlformats.org/drawingml/2006/main">
            <a:off x="6334125" y="3867150"/>
            <a:ext cx="514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6FF"/>
                </a:solidFill>
                <a:latin typeface="DejaVu Sans"/>
                <a:ea typeface="DejaVu Sans"/>
                <a:cs typeface="DejaVu Sans"/>
              </a:defRPr>
            </a:pPr>
            <a:r>
              <a:rPr sz="1050" b="1">
                <a:solidFill>
                  <a:srgbClr val="2F76FF"/>
                </a:solidFill>
                <a:latin typeface="DejaVu Sans"/>
                <a:ea typeface="DejaVu Sans"/>
                <a:cs typeface="DejaVu Sans"/>
              </a:rPr>
              <a:t>4</a:t>
            </a:r>
          </a:p>
        </p:txBody>
      </p:sp>
      <p:sp>
        <p:nvSpPr>
          <p:cNvPr id="28" name="">
            <a:extLst xmlns:a="http://schemas.openxmlformats.org/drawingml/2006/main">
              <a:ext uri="{FF2B5EF4-FFF2-40B4-BE49-F238E27FC236}">
                <a16:creationId xmlns:a16="http://schemas.microsoft.com/office/drawing/2014/main" id="{4687087F-48CE-4915-9533-81F78CF88A9C}"/>
              </a:ext>
            </a:extLst>
          </p:cNvPr>
          <p:cNvSpPr>
            <a:spLocks xmlns:a="http://schemas.openxmlformats.org/drawingml/2006/main" noGrp="1"/>
          </p:cNvSpPr>
          <p:nvPr/>
        </p:nvSpPr>
        <p:spPr>
          <a:xfrm xmlns:a="http://schemas.openxmlformats.org/drawingml/2006/main">
            <a:off x="7010400" y="3819525"/>
            <a:ext cx="40005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Υποδίκτυα και πύλες</a:t>
            </a:r>
          </a:p>
        </p:txBody>
      </p:sp>
      <p:sp>
        <p:nvSpPr>
          <p:cNvPr id="29" name="">
            <a:extLst xmlns:a="http://schemas.openxmlformats.org/drawingml/2006/main">
              <a:ext uri="{FF2B5EF4-FFF2-40B4-BE49-F238E27FC236}">
                <a16:creationId xmlns:a16="http://schemas.microsoft.com/office/drawing/2014/main" id="{F996C2B3-8B18-40E3-98A0-F5881ACC291B}"/>
              </a:ext>
            </a:extLst>
          </p:cNvPr>
          <p:cNvSpPr>
            <a:spLocks xmlns:a="http://schemas.openxmlformats.org/drawingml/2006/main" noGrp="1"/>
          </p:cNvSpPr>
          <p:nvPr/>
        </p:nvSpPr>
        <p:spPr>
          <a:xfrm xmlns:a="http://schemas.openxmlformats.org/drawingml/2006/main">
            <a:off x="7010400" y="4162425"/>
            <a:ext cx="4000500" cy="6286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multiplexing · gateway · δρομολόγηση</a:t>
            </a:r>
          </a:p>
        </p:txBody>
      </p:sp>
      <p:sp>
        <p:nvSpPr>
          <p:cNvPr id="30" name="">
            <a:extLst xmlns:a="http://schemas.openxmlformats.org/drawingml/2006/main">
              <a:ext uri="{FF2B5EF4-FFF2-40B4-BE49-F238E27FC236}">
                <a16:creationId xmlns:a16="http://schemas.microsoft.com/office/drawing/2014/main" id="{E82ED500-7A5E-4B0E-AF0C-242A786179E1}"/>
              </a:ext>
            </a:extLst>
          </p:cNvPr>
          <p:cNvSpPr>
            <a:spLocks xmlns:a="http://schemas.openxmlformats.org/drawingml/2006/main" noGrp="1"/>
          </p:cNvSpPr>
          <p:nvPr/>
        </p:nvSpPr>
        <p:spPr>
          <a:xfrm xmlns:a="http://schemas.openxmlformats.org/drawingml/2006/main">
            <a:off x="1381125" y="5429250"/>
            <a:ext cx="942975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7FAFD"/>
                </a:solidFill>
                <a:latin typeface="DejaVu Sans"/>
                <a:ea typeface="DejaVu Sans"/>
                <a:cs typeface="DejaVu Sans"/>
              </a:defRPr>
            </a:pPr>
            <a:r>
              <a:rPr sz="1425" b="1">
                <a:solidFill>
                  <a:srgbClr val="F7FAFD"/>
                </a:solidFill>
                <a:latin typeface="DejaVu Sans"/>
                <a:ea typeface="DejaVu Sans"/>
                <a:cs typeface="DejaVu Sans"/>
              </a:rPr>
              <a:t>Στόχος: να περιγράφουμε σωστά τη διαδρομή μιας πληροφορίας μέσα στο όχημα.</a:t>
            </a:r>
          </a:p>
        </p:txBody>
      </p:sp>
      <p:sp>
        <p:nvSpPr>
          <p:cNvPr id="31" name="">
            <a:extLst xmlns:a="http://schemas.openxmlformats.org/drawingml/2006/main">
              <a:ext uri="{FF2B5EF4-FFF2-40B4-BE49-F238E27FC236}">
                <a16:creationId xmlns:a16="http://schemas.microsoft.com/office/drawing/2014/main" id="{BEA16AFE-C734-445F-8595-18CC7F1C1F1E}"/>
              </a:ext>
            </a:extLst>
          </p:cNvPr>
          <p:cNvSpPr>
            <a:spLocks xmlns:a="http://schemas.openxmlformats.org/drawingml/2006/main" noGrp="1"/>
          </p:cNvSpPr>
          <p:nvPr/>
        </p:nvSpPr>
        <p:spPr>
          <a:xfrm xmlns:a="http://schemas.openxmlformats.org/drawingml/2006/main">
            <a:off x="609600" y="6477000"/>
            <a:ext cx="44767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l">
              <a:defRPr sz="788" b="0">
                <a:solidFill>
                  <a:srgbClr val="9CADC2"/>
                </a:solidFill>
                <a:latin typeface="DejaVu Sans"/>
                <a:ea typeface="DejaVu Sans"/>
                <a:cs typeface="DejaVu Sans"/>
              </a:defRPr>
            </a:pPr>
            <a:r>
              <a:rPr sz="788" b="0">
                <a:solidFill>
                  <a:srgbClr val="9CADC2"/>
                </a:solidFill>
                <a:latin typeface="DejaVu Sans"/>
                <a:ea typeface="DejaVu Sans"/>
                <a:cs typeface="DejaVu Sans"/>
              </a:rPr>
              <a:t>Δίκτυα και Επικοινωνία Οχημάτων</a:t>
            </a:r>
          </a:p>
        </p:txBody>
      </p:sp>
      <p:sp>
        <p:nvSpPr>
          <p:cNvPr id="32" name="">
            <a:extLst xmlns:a="http://schemas.openxmlformats.org/drawingml/2006/main">
              <a:ext uri="{FF2B5EF4-FFF2-40B4-BE49-F238E27FC236}">
                <a16:creationId xmlns:a16="http://schemas.microsoft.com/office/drawing/2014/main" id="{D427266D-7E74-49EA-85C4-4B4149723755}"/>
              </a:ext>
            </a:extLst>
          </p:cNvPr>
          <p:cNvSpPr>
            <a:spLocks xmlns:a="http://schemas.openxmlformats.org/drawingml/2006/main" noGrp="1"/>
          </p:cNvSpPr>
          <p:nvPr/>
        </p:nvSpPr>
        <p:spPr>
          <a:xfrm xmlns:a="http://schemas.openxmlformats.org/drawingml/2006/main">
            <a:off x="11049000" y="6477000"/>
            <a:ext cx="5143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r">
              <a:defRPr sz="788" b="1">
                <a:solidFill>
                  <a:srgbClr val="9CADC2"/>
                </a:solidFill>
                <a:latin typeface="DejaVu Sans"/>
                <a:ea typeface="DejaVu Sans"/>
                <a:cs typeface="DejaVu Sans"/>
              </a:defRPr>
            </a:pPr>
            <a:r>
              <a:rPr sz="788" b="1">
                <a:solidFill>
                  <a:srgbClr val="9CADC2"/>
                </a:solidFill>
                <a:latin typeface="DejaVu Sans"/>
                <a:ea typeface="DejaVu Sans"/>
                <a:cs typeface="DejaVu Sans"/>
              </a:rPr>
              <a:t>05</a:t>
            </a:r>
          </a:p>
        </p:txBody>
      </p:sp>
    </p:spTree>
    <p:extLst>
      <p:ext uri="{BB962C8B-B14F-4D97-AF65-F5344CB8AC3E}">
        <p14:creationId xmlns:p14="http://schemas.microsoft.com/office/powerpoint/2010/main" val="53100335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D7A7229-554B-4481-9E0C-77823556FE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A"/>
          </a:solidFill>
          <a:ln xmlns:a="http://schemas.openxmlformats.org/drawingml/2006/main" w="0">
            <a:solidFill>
              <a:srgbClr val="F4F7FA"/>
            </a:solidFill>
          </a:ln>
        </p:spPr>
      </p:sp>
      <p:sp>
        <p:nvSpPr>
          <p:cNvPr id="2" name="">
            <a:extLst xmlns:a="http://schemas.openxmlformats.org/drawingml/2006/main">
              <a:ext uri="{FF2B5EF4-FFF2-40B4-BE49-F238E27FC236}">
                <a16:creationId xmlns:a16="http://schemas.microsoft.com/office/drawing/2014/main" id="{F78D4952-4DCF-4192-828B-017ACBA459C1}"/>
              </a:ext>
            </a:extLst>
          </p:cNvPr>
          <p:cNvSpPr>
            <a:spLocks xmlns:a="http://schemas.openxmlformats.org/drawingml/2006/main" noGrp="1"/>
          </p:cNvSpPr>
          <p:nvPr/>
        </p:nvSpPr>
        <p:spPr>
          <a:xfrm xmlns:a="http://schemas.openxmlformats.org/drawingml/2006/main">
            <a:off x="609600" y="209550"/>
            <a:ext cx="590550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0C5E8"/>
                </a:solidFill>
                <a:latin typeface="DejaVu Sans"/>
                <a:ea typeface="DejaVu Sans"/>
                <a:cs typeface="DejaVu Sans"/>
              </a:defRPr>
            </a:pPr>
            <a:r>
              <a:rPr sz="900" b="1">
                <a:solidFill>
                  <a:srgbClr val="20C5E8"/>
                </a:solidFill>
                <a:latin typeface="DejaVu Sans"/>
                <a:ea typeface="DejaVu Sans"/>
                <a:cs typeface="DejaVu Sans"/>
              </a:rPr>
              <a:t>05 · ΜΑΘΉΜΑΤΑ 5–7</a:t>
            </a:r>
          </a:p>
        </p:txBody>
      </p:sp>
      <p:sp>
        <p:nvSpPr>
          <p:cNvPr id="3" name="">
            <a:extLst xmlns:a="http://schemas.openxmlformats.org/drawingml/2006/main">
              <a:ext uri="{FF2B5EF4-FFF2-40B4-BE49-F238E27FC236}">
                <a16:creationId xmlns:a16="http://schemas.microsoft.com/office/drawing/2014/main" id="{3E97DDAC-E76A-4EAF-949F-617DF2EB9246}"/>
              </a:ext>
            </a:extLst>
          </p:cNvPr>
          <p:cNvSpPr>
            <a:spLocks xmlns:a="http://schemas.openxmlformats.org/drawingml/2006/main" noGrp="1"/>
          </p:cNvSpPr>
          <p:nvPr/>
        </p:nvSpPr>
        <p:spPr>
          <a:xfrm xmlns:a="http://schemas.openxmlformats.org/drawingml/2006/main">
            <a:off x="609600" y="466725"/>
            <a:ext cx="10858500" cy="647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071426"/>
                </a:solidFill>
                <a:latin typeface="DejaVu Sans"/>
                <a:ea typeface="DejaVu Sans"/>
                <a:cs typeface="DejaVu Sans"/>
              </a:defRPr>
            </a:pPr>
            <a:r>
              <a:rPr sz="2925" b="1">
                <a:solidFill>
                  <a:srgbClr val="071426"/>
                </a:solidFill>
                <a:latin typeface="DejaVu Sans"/>
                <a:ea typeface="DejaVu Sans"/>
                <a:cs typeface="DejaVu Sans"/>
              </a:rPr>
              <a:t>Ενότητα 2 — CAN Bus</a:t>
            </a:r>
          </a:p>
        </p:txBody>
      </p:sp>
      <p:sp>
        <p:nvSpPr>
          <p:cNvPr id="4" name="">
            <a:extLst xmlns:a="http://schemas.openxmlformats.org/drawingml/2006/main">
              <a:ext uri="{FF2B5EF4-FFF2-40B4-BE49-F238E27FC236}">
                <a16:creationId xmlns:a16="http://schemas.microsoft.com/office/drawing/2014/main" id="{066BBB72-6BB0-4469-9D4C-E69C643AE7D0}"/>
              </a:ext>
            </a:extLst>
          </p:cNvPr>
          <p:cNvSpPr>
            <a:spLocks xmlns:a="http://schemas.openxmlformats.org/drawingml/2006/main" noGrp="1"/>
          </p:cNvSpPr>
          <p:nvPr/>
        </p:nvSpPr>
        <p:spPr>
          <a:xfrm xmlns:a="http://schemas.openxmlformats.org/drawingml/2006/main">
            <a:off x="609600" y="1200150"/>
            <a:ext cx="781050" cy="47625"/>
          </a:xfrm>
          <a:prstGeom xmlns:a="http://schemas.openxmlformats.org/drawingml/2006/main" prst="rect">
            <a:avLst/>
          </a:prstGeom>
          <a:solidFill xmlns:a="http://schemas.openxmlformats.org/drawingml/2006/main">
            <a:srgbClr val="20C5E8"/>
          </a:solidFill>
          <a:ln xmlns:a="http://schemas.openxmlformats.org/drawingml/2006/main" w="0">
            <a:solidFill>
              <a:srgbClr val="20C5E8"/>
            </a:solidFill>
          </a:ln>
        </p:spPr>
      </p:sp>
      <p:sp>
        <p:nvSpPr>
          <p:cNvPr id="5" name="">
            <a:extLst xmlns:a="http://schemas.openxmlformats.org/drawingml/2006/main">
              <a:ext uri="{FF2B5EF4-FFF2-40B4-BE49-F238E27FC236}">
                <a16:creationId xmlns:a16="http://schemas.microsoft.com/office/drawing/2014/main" id="{39DBCB64-CB65-4BD1-A905-A299639860FF}"/>
              </a:ext>
            </a:extLst>
          </p:cNvPr>
          <p:cNvSpPr>
            <a:spLocks xmlns:a="http://schemas.openxmlformats.org/drawingml/2006/main" noGrp="1"/>
          </p:cNvSpPr>
          <p:nvPr/>
        </p:nvSpPr>
        <p:spPr>
          <a:xfrm xmlns:a="http://schemas.openxmlformats.org/drawingml/2006/main">
            <a:off x="628650" y="1562100"/>
            <a:ext cx="4953000" cy="3581400"/>
          </a:xfrm>
          <a:prstGeom xmlns:a="http://schemas.openxmlformats.org/drawingml/2006/main" prst="roundRect">
            <a:avLst>
              <a:gd name="adj" fmla="val 2128"/>
            </a:avLst>
          </a:prstGeom>
          <a:solidFill xmlns:a="http://schemas.openxmlformats.org/drawingml/2006/main">
            <a:srgbClr val="FFFFFF"/>
          </a:solidFill>
          <a:ln xmlns:a="http://schemas.openxmlformats.org/drawingml/2006/main" w="14288">
            <a:solidFill>
              <a:srgbClr val="C9D5E3"/>
            </a:solidFill>
          </a:ln>
        </p:spPr>
      </p:sp>
      <p:sp>
        <p:nvSpPr>
          <p:cNvPr id="6" name="">
            <a:extLst xmlns:a="http://schemas.openxmlformats.org/drawingml/2006/main">
              <a:ext uri="{FF2B5EF4-FFF2-40B4-BE49-F238E27FC236}">
                <a16:creationId xmlns:a16="http://schemas.microsoft.com/office/drawing/2014/main" id="{D9814AB9-F368-4BA9-80C1-5BF0B657A2A2}"/>
              </a:ext>
            </a:extLst>
          </p:cNvPr>
          <p:cNvSpPr>
            <a:spLocks xmlns:a="http://schemas.openxmlformats.org/drawingml/2006/main" noGrp="1"/>
          </p:cNvSpPr>
          <p:nvPr/>
        </p:nvSpPr>
        <p:spPr>
          <a:xfrm xmlns:a="http://schemas.openxmlformats.org/drawingml/2006/main">
            <a:off x="1047750" y="1847850"/>
            <a:ext cx="1809750" cy="8382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4050" b="1">
                <a:solidFill>
                  <a:srgbClr val="20C5E8"/>
                </a:solidFill>
                <a:latin typeface="DejaVu Sans"/>
                <a:ea typeface="DejaVu Sans"/>
                <a:cs typeface="DejaVu Sans"/>
              </a:defRPr>
            </a:pPr>
            <a:r>
              <a:rPr sz="4050" b="1">
                <a:solidFill>
                  <a:srgbClr val="20C5E8"/>
                </a:solidFill>
                <a:latin typeface="DejaVu Sans"/>
                <a:ea typeface="DejaVu Sans"/>
                <a:cs typeface="DejaVu Sans"/>
              </a:rPr>
              <a:t>CAN</a:t>
            </a:r>
          </a:p>
        </p:txBody>
      </p:sp>
      <p:sp>
        <p:nvSpPr>
          <p:cNvPr id="7" name="">
            <a:extLst xmlns:a="http://schemas.openxmlformats.org/drawingml/2006/main">
              <a:ext uri="{FF2B5EF4-FFF2-40B4-BE49-F238E27FC236}">
                <a16:creationId xmlns:a16="http://schemas.microsoft.com/office/drawing/2014/main" id="{A0374CB6-A74C-4CDE-9CDF-DAC862FA4E2B}"/>
              </a:ext>
            </a:extLst>
          </p:cNvPr>
          <p:cNvSpPr>
            <a:spLocks xmlns:a="http://schemas.openxmlformats.org/drawingml/2006/main" noGrp="1"/>
          </p:cNvSpPr>
          <p:nvPr/>
        </p:nvSpPr>
        <p:spPr>
          <a:xfrm xmlns:a="http://schemas.openxmlformats.org/drawingml/2006/main">
            <a:off x="1047750" y="2609850"/>
            <a:ext cx="36195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3637A"/>
                </a:solidFill>
                <a:latin typeface="DejaVu Sans"/>
                <a:ea typeface="DejaVu Sans"/>
                <a:cs typeface="DejaVu Sans"/>
              </a:defRPr>
            </a:pPr>
            <a:r>
              <a:rPr sz="1350" b="0">
                <a:solidFill>
                  <a:srgbClr val="53637A"/>
                </a:solidFill>
                <a:latin typeface="DejaVu Sans"/>
                <a:ea typeface="DejaVu Sans"/>
                <a:cs typeface="DejaVu Sans"/>
              </a:rPr>
              <a:t>Controller Area Network</a:t>
            </a:r>
          </a:p>
        </p:txBody>
      </p:sp>
      <p:sp>
        <p:nvSpPr>
          <p:cNvPr id="8" name="">
            <a:extLst xmlns:a="http://schemas.openxmlformats.org/drawingml/2006/main">
              <a:ext uri="{FF2B5EF4-FFF2-40B4-BE49-F238E27FC236}">
                <a16:creationId xmlns:a16="http://schemas.microsoft.com/office/drawing/2014/main" id="{FBAEF8FD-CC3E-4754-9E17-FA05C5170E09}"/>
              </a:ext>
            </a:extLst>
          </p:cNvPr>
          <p:cNvSpPr>
            <a:spLocks xmlns:a="http://schemas.openxmlformats.org/drawingml/2006/main" noGrp="1"/>
          </p:cNvSpPr>
          <p:nvPr/>
        </p:nvSpPr>
        <p:spPr>
          <a:xfrm xmlns:a="http://schemas.openxmlformats.org/drawingml/2006/main">
            <a:off x="1047750" y="3219450"/>
            <a:ext cx="3905250" cy="171450"/>
          </a:xfrm>
          <a:prstGeom xmlns:a="http://schemas.openxmlformats.org/drawingml/2006/main" prst="roundRect">
            <a:avLst>
              <a:gd name="adj" fmla="val 44444"/>
            </a:avLst>
          </a:prstGeom>
          <a:solidFill xmlns:a="http://schemas.openxmlformats.org/drawingml/2006/main">
            <a:srgbClr val="20C5E8"/>
          </a:solidFill>
          <a:ln xmlns:a="http://schemas.openxmlformats.org/drawingml/2006/main" w="0">
            <a:solidFill>
              <a:srgbClr val="20C5E8"/>
            </a:solidFill>
          </a:ln>
        </p:spPr>
      </p:sp>
      <p:sp>
        <p:nvSpPr>
          <p:cNvPr id="9" name="">
            <a:extLst xmlns:a="http://schemas.openxmlformats.org/drawingml/2006/main">
              <a:ext uri="{FF2B5EF4-FFF2-40B4-BE49-F238E27FC236}">
                <a16:creationId xmlns:a16="http://schemas.microsoft.com/office/drawing/2014/main" id="{CE6CEBF8-D6C4-48BA-A273-6430FDD52D3D}"/>
              </a:ext>
            </a:extLst>
          </p:cNvPr>
          <p:cNvSpPr>
            <a:spLocks xmlns:a="http://schemas.openxmlformats.org/drawingml/2006/main" noGrp="1"/>
          </p:cNvSpPr>
          <p:nvPr/>
        </p:nvSpPr>
        <p:spPr>
          <a:xfrm xmlns:a="http://schemas.openxmlformats.org/drawingml/2006/main">
            <a:off x="1047750" y="3667125"/>
            <a:ext cx="1028700" cy="628650"/>
          </a:xfrm>
          <a:prstGeom xmlns:a="http://schemas.openxmlformats.org/drawingml/2006/main" prst="roundRect">
            <a:avLst>
              <a:gd name="adj" fmla="val 12121"/>
            </a:avLst>
          </a:prstGeom>
          <a:solidFill xmlns:a="http://schemas.openxmlformats.org/drawingml/2006/main">
            <a:srgbClr val="F4F7FA"/>
          </a:solidFill>
          <a:ln xmlns:a="http://schemas.openxmlformats.org/drawingml/2006/main" w="14288">
            <a:solidFill>
              <a:srgbClr val="20C5E8"/>
            </a:solidFill>
          </a:ln>
        </p:spPr>
      </p:sp>
      <p:sp>
        <p:nvSpPr>
          <p:cNvPr id="10" name="">
            <a:extLst xmlns:a="http://schemas.openxmlformats.org/drawingml/2006/main">
              <a:ext uri="{FF2B5EF4-FFF2-40B4-BE49-F238E27FC236}">
                <a16:creationId xmlns:a16="http://schemas.microsoft.com/office/drawing/2014/main" id="{4B20624E-F48B-4C8F-8B30-45F79A0AE064}"/>
              </a:ext>
            </a:extLst>
          </p:cNvPr>
          <p:cNvSpPr>
            <a:spLocks xmlns:a="http://schemas.openxmlformats.org/drawingml/2006/main" noGrp="1"/>
          </p:cNvSpPr>
          <p:nvPr/>
        </p:nvSpPr>
        <p:spPr>
          <a:xfrm xmlns:a="http://schemas.openxmlformats.org/drawingml/2006/main">
            <a:off x="1047750" y="3667125"/>
            <a:ext cx="1028700" cy="6286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71426"/>
                </a:solidFill>
                <a:latin typeface="DejaVu Sans"/>
                <a:ea typeface="DejaVu Sans"/>
                <a:cs typeface="DejaVu Sans"/>
              </a:defRPr>
            </a:pPr>
            <a:r>
              <a:rPr sz="1200" b="1">
                <a:solidFill>
                  <a:srgbClr val="071426"/>
                </a:solidFill>
                <a:latin typeface="DejaVu Sans"/>
                <a:ea typeface="DejaVu Sans"/>
                <a:cs typeface="DejaVu Sans"/>
              </a:rPr>
              <a:t>ECU</a:t>
            </a:r>
          </a:p>
        </p:txBody>
      </p:sp>
      <p:sp>
        <p:nvSpPr>
          <p:cNvPr id="11" name="">
            <a:extLst xmlns:a="http://schemas.openxmlformats.org/drawingml/2006/main">
              <a:ext uri="{FF2B5EF4-FFF2-40B4-BE49-F238E27FC236}">
                <a16:creationId xmlns:a16="http://schemas.microsoft.com/office/drawing/2014/main" id="{971C8964-5D51-49B2-8448-BF4E26DF67F8}"/>
              </a:ext>
            </a:extLst>
          </p:cNvPr>
          <p:cNvSpPr>
            <a:spLocks xmlns:a="http://schemas.openxmlformats.org/drawingml/2006/main" noGrp="1"/>
          </p:cNvSpPr>
          <p:nvPr/>
        </p:nvSpPr>
        <p:spPr>
          <a:xfrm xmlns:a="http://schemas.openxmlformats.org/drawingml/2006/main">
            <a:off x="1524000" y="3390900"/>
            <a:ext cx="76200" cy="276225"/>
          </a:xfrm>
          <a:prstGeom xmlns:a="http://schemas.openxmlformats.org/drawingml/2006/main" prst="rect">
            <a:avLst/>
          </a:prstGeom>
          <a:solidFill xmlns:a="http://schemas.openxmlformats.org/drawingml/2006/main">
            <a:srgbClr val="20C5E8"/>
          </a:solidFill>
          <a:ln xmlns:a="http://schemas.openxmlformats.org/drawingml/2006/main" w="0">
            <a:solidFill>
              <a:srgbClr val="20C5E8"/>
            </a:solidFill>
          </a:ln>
        </p:spPr>
      </p:sp>
      <p:sp>
        <p:nvSpPr>
          <p:cNvPr id="12" name="">
            <a:extLst xmlns:a="http://schemas.openxmlformats.org/drawingml/2006/main">
              <a:ext uri="{FF2B5EF4-FFF2-40B4-BE49-F238E27FC236}">
                <a16:creationId xmlns:a16="http://schemas.microsoft.com/office/drawing/2014/main" id="{39EE9CFA-12AF-40C7-865B-E820C95C32DA}"/>
              </a:ext>
            </a:extLst>
          </p:cNvPr>
          <p:cNvSpPr>
            <a:spLocks xmlns:a="http://schemas.openxmlformats.org/drawingml/2006/main" noGrp="1"/>
          </p:cNvSpPr>
          <p:nvPr/>
        </p:nvSpPr>
        <p:spPr>
          <a:xfrm xmlns:a="http://schemas.openxmlformats.org/drawingml/2006/main">
            <a:off x="2324100" y="3667125"/>
            <a:ext cx="1028700" cy="628650"/>
          </a:xfrm>
          <a:prstGeom xmlns:a="http://schemas.openxmlformats.org/drawingml/2006/main" prst="roundRect">
            <a:avLst>
              <a:gd name="adj" fmla="val 12121"/>
            </a:avLst>
          </a:prstGeom>
          <a:solidFill xmlns:a="http://schemas.openxmlformats.org/drawingml/2006/main">
            <a:srgbClr val="F4F7FA"/>
          </a:solidFill>
          <a:ln xmlns:a="http://schemas.openxmlformats.org/drawingml/2006/main" w="14288">
            <a:solidFill>
              <a:srgbClr val="20C5E8"/>
            </a:solidFill>
          </a:ln>
        </p:spPr>
      </p:sp>
      <p:sp>
        <p:nvSpPr>
          <p:cNvPr id="13" name="">
            <a:extLst xmlns:a="http://schemas.openxmlformats.org/drawingml/2006/main">
              <a:ext uri="{FF2B5EF4-FFF2-40B4-BE49-F238E27FC236}">
                <a16:creationId xmlns:a16="http://schemas.microsoft.com/office/drawing/2014/main" id="{4A56D02A-638C-4D1C-A689-34EF561E328B}"/>
              </a:ext>
            </a:extLst>
          </p:cNvPr>
          <p:cNvSpPr>
            <a:spLocks xmlns:a="http://schemas.openxmlformats.org/drawingml/2006/main" noGrp="1"/>
          </p:cNvSpPr>
          <p:nvPr/>
        </p:nvSpPr>
        <p:spPr>
          <a:xfrm xmlns:a="http://schemas.openxmlformats.org/drawingml/2006/main">
            <a:off x="2324100" y="3667125"/>
            <a:ext cx="1028700" cy="6286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71426"/>
                </a:solidFill>
                <a:latin typeface="DejaVu Sans"/>
                <a:ea typeface="DejaVu Sans"/>
                <a:cs typeface="DejaVu Sans"/>
              </a:defRPr>
            </a:pPr>
            <a:r>
              <a:rPr sz="1200" b="1">
                <a:solidFill>
                  <a:srgbClr val="071426"/>
                </a:solidFill>
                <a:latin typeface="DejaVu Sans"/>
                <a:ea typeface="DejaVu Sans"/>
                <a:cs typeface="DejaVu Sans"/>
              </a:rPr>
              <a:t>ABS</a:t>
            </a:r>
          </a:p>
        </p:txBody>
      </p:sp>
      <p:sp>
        <p:nvSpPr>
          <p:cNvPr id="14" name="">
            <a:extLst xmlns:a="http://schemas.openxmlformats.org/drawingml/2006/main">
              <a:ext uri="{FF2B5EF4-FFF2-40B4-BE49-F238E27FC236}">
                <a16:creationId xmlns:a16="http://schemas.microsoft.com/office/drawing/2014/main" id="{AB475F26-76F0-444E-B922-BCFF4AB010EC}"/>
              </a:ext>
            </a:extLst>
          </p:cNvPr>
          <p:cNvSpPr>
            <a:spLocks xmlns:a="http://schemas.openxmlformats.org/drawingml/2006/main" noGrp="1"/>
          </p:cNvSpPr>
          <p:nvPr/>
        </p:nvSpPr>
        <p:spPr>
          <a:xfrm xmlns:a="http://schemas.openxmlformats.org/drawingml/2006/main">
            <a:off x="2800350" y="3390900"/>
            <a:ext cx="76200" cy="276225"/>
          </a:xfrm>
          <a:prstGeom xmlns:a="http://schemas.openxmlformats.org/drawingml/2006/main" prst="rect">
            <a:avLst/>
          </a:prstGeom>
          <a:solidFill xmlns:a="http://schemas.openxmlformats.org/drawingml/2006/main">
            <a:srgbClr val="20C5E8"/>
          </a:solidFill>
          <a:ln xmlns:a="http://schemas.openxmlformats.org/drawingml/2006/main" w="0">
            <a:solidFill>
              <a:srgbClr val="20C5E8"/>
            </a:solidFill>
          </a:ln>
        </p:spPr>
      </p:sp>
      <p:sp>
        <p:nvSpPr>
          <p:cNvPr id="15" name="">
            <a:extLst xmlns:a="http://schemas.openxmlformats.org/drawingml/2006/main">
              <a:ext uri="{FF2B5EF4-FFF2-40B4-BE49-F238E27FC236}">
                <a16:creationId xmlns:a16="http://schemas.microsoft.com/office/drawing/2014/main" id="{FD0F87F4-DB49-4197-8F48-409ACCB2F049}"/>
              </a:ext>
            </a:extLst>
          </p:cNvPr>
          <p:cNvSpPr>
            <a:spLocks xmlns:a="http://schemas.openxmlformats.org/drawingml/2006/main" noGrp="1"/>
          </p:cNvSpPr>
          <p:nvPr/>
        </p:nvSpPr>
        <p:spPr>
          <a:xfrm xmlns:a="http://schemas.openxmlformats.org/drawingml/2006/main">
            <a:off x="3600450" y="3667125"/>
            <a:ext cx="1028700" cy="628650"/>
          </a:xfrm>
          <a:prstGeom xmlns:a="http://schemas.openxmlformats.org/drawingml/2006/main" prst="roundRect">
            <a:avLst>
              <a:gd name="adj" fmla="val 12121"/>
            </a:avLst>
          </a:prstGeom>
          <a:solidFill xmlns:a="http://schemas.openxmlformats.org/drawingml/2006/main">
            <a:srgbClr val="F4F7FA"/>
          </a:solidFill>
          <a:ln xmlns:a="http://schemas.openxmlformats.org/drawingml/2006/main" w="14288">
            <a:solidFill>
              <a:srgbClr val="20C5E8"/>
            </a:solidFill>
          </a:ln>
        </p:spPr>
      </p:sp>
      <p:sp>
        <p:nvSpPr>
          <p:cNvPr id="16" name="">
            <a:extLst xmlns:a="http://schemas.openxmlformats.org/drawingml/2006/main">
              <a:ext uri="{FF2B5EF4-FFF2-40B4-BE49-F238E27FC236}">
                <a16:creationId xmlns:a16="http://schemas.microsoft.com/office/drawing/2014/main" id="{4230820A-9157-47CC-ABDE-09ACC4049BBD}"/>
              </a:ext>
            </a:extLst>
          </p:cNvPr>
          <p:cNvSpPr>
            <a:spLocks xmlns:a="http://schemas.openxmlformats.org/drawingml/2006/main" noGrp="1"/>
          </p:cNvSpPr>
          <p:nvPr/>
        </p:nvSpPr>
        <p:spPr>
          <a:xfrm xmlns:a="http://schemas.openxmlformats.org/drawingml/2006/main">
            <a:off x="3600450" y="3667125"/>
            <a:ext cx="1028700" cy="6286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71426"/>
                </a:solidFill>
                <a:latin typeface="DejaVu Sans"/>
                <a:ea typeface="DejaVu Sans"/>
                <a:cs typeface="DejaVu Sans"/>
              </a:defRPr>
            </a:pPr>
            <a:r>
              <a:rPr sz="1200" b="1">
                <a:solidFill>
                  <a:srgbClr val="071426"/>
                </a:solidFill>
                <a:latin typeface="DejaVu Sans"/>
                <a:ea typeface="DejaVu Sans"/>
                <a:cs typeface="DejaVu Sans"/>
              </a:rPr>
              <a:t>BCM</a:t>
            </a:r>
          </a:p>
        </p:txBody>
      </p:sp>
      <p:sp>
        <p:nvSpPr>
          <p:cNvPr id="17" name="">
            <a:extLst xmlns:a="http://schemas.openxmlformats.org/drawingml/2006/main">
              <a:ext uri="{FF2B5EF4-FFF2-40B4-BE49-F238E27FC236}">
                <a16:creationId xmlns:a16="http://schemas.microsoft.com/office/drawing/2014/main" id="{AA6B6CD3-64BE-46EC-84A3-22627B3A2BE1}"/>
              </a:ext>
            </a:extLst>
          </p:cNvPr>
          <p:cNvSpPr>
            <a:spLocks xmlns:a="http://schemas.openxmlformats.org/drawingml/2006/main" noGrp="1"/>
          </p:cNvSpPr>
          <p:nvPr/>
        </p:nvSpPr>
        <p:spPr>
          <a:xfrm xmlns:a="http://schemas.openxmlformats.org/drawingml/2006/main">
            <a:off x="4076700" y="3390900"/>
            <a:ext cx="76200" cy="276225"/>
          </a:xfrm>
          <a:prstGeom xmlns:a="http://schemas.openxmlformats.org/drawingml/2006/main" prst="rect">
            <a:avLst/>
          </a:prstGeom>
          <a:solidFill xmlns:a="http://schemas.openxmlformats.org/drawingml/2006/main">
            <a:srgbClr val="20C5E8"/>
          </a:solidFill>
          <a:ln xmlns:a="http://schemas.openxmlformats.org/drawingml/2006/main" w="0">
            <a:solidFill>
              <a:srgbClr val="20C5E8"/>
            </a:solidFill>
          </a:ln>
        </p:spPr>
      </p:sp>
      <p:sp>
        <p:nvSpPr>
          <p:cNvPr id="18" name="">
            <a:extLst xmlns:a="http://schemas.openxmlformats.org/drawingml/2006/main">
              <a:ext uri="{FF2B5EF4-FFF2-40B4-BE49-F238E27FC236}">
                <a16:creationId xmlns:a16="http://schemas.microsoft.com/office/drawing/2014/main" id="{7E964FE1-03E5-4BDF-BD85-EC1487315A3A}"/>
              </a:ext>
            </a:extLst>
          </p:cNvPr>
          <p:cNvSpPr>
            <a:spLocks xmlns:a="http://schemas.openxmlformats.org/drawingml/2006/main" noGrp="1"/>
          </p:cNvSpPr>
          <p:nvPr/>
        </p:nvSpPr>
        <p:spPr>
          <a:xfrm xmlns:a="http://schemas.openxmlformats.org/drawingml/2006/main">
            <a:off x="5981700" y="1562100"/>
            <a:ext cx="53340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4288">
            <a:solidFill>
              <a:srgbClr val="C9D5E3"/>
            </a:solidFill>
          </a:ln>
        </p:spPr>
      </p:sp>
      <p:sp>
        <p:nvSpPr>
          <p:cNvPr id="19" name="">
            <a:extLst xmlns:a="http://schemas.openxmlformats.org/drawingml/2006/main">
              <a:ext uri="{FF2B5EF4-FFF2-40B4-BE49-F238E27FC236}">
                <a16:creationId xmlns:a16="http://schemas.microsoft.com/office/drawing/2014/main" id="{08E336AB-7A17-40F4-8D87-5FBA1E236C7D}"/>
              </a:ext>
            </a:extLst>
          </p:cNvPr>
          <p:cNvSpPr>
            <a:spLocks xmlns:a="http://schemas.openxmlformats.org/drawingml/2006/main" noGrp="1"/>
          </p:cNvSpPr>
          <p:nvPr/>
        </p:nvSpPr>
        <p:spPr>
          <a:xfrm xmlns:a="http://schemas.openxmlformats.org/drawingml/2006/main">
            <a:off x="5981700" y="1562100"/>
            <a:ext cx="85725" cy="1009650"/>
          </a:xfrm>
          <a:prstGeom xmlns:a="http://schemas.openxmlformats.org/drawingml/2006/main" prst="roundRect">
            <a:avLst>
              <a:gd name="adj" fmla="val 50000"/>
            </a:avLst>
          </a:prstGeom>
          <a:solidFill xmlns:a="http://schemas.openxmlformats.org/drawingml/2006/main">
            <a:srgbClr val="2F76FF"/>
          </a:solidFill>
          <a:ln xmlns:a="http://schemas.openxmlformats.org/drawingml/2006/main" w="0">
            <a:solidFill>
              <a:srgbClr val="2F76FF"/>
            </a:solidFill>
          </a:ln>
        </p:spPr>
      </p:sp>
      <p:sp>
        <p:nvSpPr>
          <p:cNvPr id="20" name="">
            <a:extLst xmlns:a="http://schemas.openxmlformats.org/drawingml/2006/main">
              <a:ext uri="{FF2B5EF4-FFF2-40B4-BE49-F238E27FC236}">
                <a16:creationId xmlns:a16="http://schemas.microsoft.com/office/drawing/2014/main" id="{F6961884-B10A-4566-BC84-4F5CBD60F189}"/>
              </a:ext>
            </a:extLst>
          </p:cNvPr>
          <p:cNvSpPr>
            <a:spLocks xmlns:a="http://schemas.openxmlformats.org/drawingml/2006/main" noGrp="1"/>
          </p:cNvSpPr>
          <p:nvPr/>
        </p:nvSpPr>
        <p:spPr>
          <a:xfrm xmlns:a="http://schemas.openxmlformats.org/drawingml/2006/main">
            <a:off x="6219825" y="1771650"/>
            <a:ext cx="514350" cy="323850"/>
          </a:xfrm>
          <a:prstGeom xmlns:a="http://schemas.openxmlformats.org/drawingml/2006/main" prst="roundRect">
            <a:avLst>
              <a:gd name="adj" fmla="val 23529"/>
            </a:avLst>
          </a:prstGeom>
          <a:solidFill xmlns:a="http://schemas.openxmlformats.org/drawingml/2006/main">
            <a:srgbClr val="F4F7FA"/>
          </a:solidFill>
          <a:ln xmlns:a="http://schemas.openxmlformats.org/drawingml/2006/main" w="11430">
            <a:solidFill>
              <a:srgbClr val="2F76FF"/>
            </a:solidFill>
          </a:ln>
        </p:spPr>
      </p:sp>
      <p:sp>
        <p:nvSpPr>
          <p:cNvPr id="21" name="">
            <a:extLst xmlns:a="http://schemas.openxmlformats.org/drawingml/2006/main">
              <a:ext uri="{FF2B5EF4-FFF2-40B4-BE49-F238E27FC236}">
                <a16:creationId xmlns:a16="http://schemas.microsoft.com/office/drawing/2014/main" id="{A7FE5E5E-2FDF-45D2-86BD-9EC32167C986}"/>
              </a:ext>
            </a:extLst>
          </p:cNvPr>
          <p:cNvSpPr>
            <a:spLocks xmlns:a="http://schemas.openxmlformats.org/drawingml/2006/main" noGrp="1"/>
          </p:cNvSpPr>
          <p:nvPr/>
        </p:nvSpPr>
        <p:spPr>
          <a:xfrm xmlns:a="http://schemas.openxmlformats.org/drawingml/2006/main">
            <a:off x="6219825" y="1771650"/>
            <a:ext cx="514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6FF"/>
                </a:solidFill>
                <a:latin typeface="DejaVu Sans"/>
                <a:ea typeface="DejaVu Sans"/>
                <a:cs typeface="DejaVu Sans"/>
              </a:defRPr>
            </a:pPr>
            <a:r>
              <a:rPr sz="1050" b="1">
                <a:solidFill>
                  <a:srgbClr val="2F76FF"/>
                </a:solidFill>
                <a:latin typeface="DejaVu Sans"/>
                <a:ea typeface="DejaVu Sans"/>
                <a:cs typeface="DejaVu Sans"/>
              </a:rPr>
              <a:t>5</a:t>
            </a:r>
          </a:p>
        </p:txBody>
      </p:sp>
      <p:sp>
        <p:nvSpPr>
          <p:cNvPr id="22" name="">
            <a:extLst xmlns:a="http://schemas.openxmlformats.org/drawingml/2006/main">
              <a:ext uri="{FF2B5EF4-FFF2-40B4-BE49-F238E27FC236}">
                <a16:creationId xmlns:a16="http://schemas.microsoft.com/office/drawing/2014/main" id="{1FE66F68-2BE6-46C9-947C-2A4C60E7AB23}"/>
              </a:ext>
            </a:extLst>
          </p:cNvPr>
          <p:cNvSpPr>
            <a:spLocks xmlns:a="http://schemas.openxmlformats.org/drawingml/2006/main" noGrp="1"/>
          </p:cNvSpPr>
          <p:nvPr/>
        </p:nvSpPr>
        <p:spPr>
          <a:xfrm xmlns:a="http://schemas.openxmlformats.org/drawingml/2006/main">
            <a:off x="6896100" y="1724025"/>
            <a:ext cx="42291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426"/>
                </a:solidFill>
                <a:latin typeface="DejaVu Sans"/>
                <a:ea typeface="DejaVu Sans"/>
                <a:cs typeface="DejaVu Sans"/>
              </a:defRPr>
            </a:pPr>
            <a:r>
              <a:rPr sz="1275" b="1">
                <a:solidFill>
                  <a:srgbClr val="071426"/>
                </a:solidFill>
                <a:latin typeface="DejaVu Sans"/>
                <a:ea typeface="DejaVu Sans"/>
                <a:cs typeface="DejaVu Sans"/>
              </a:rPr>
              <a:t>Δομή πλαισίου</a:t>
            </a:r>
          </a:p>
        </p:txBody>
      </p:sp>
      <p:sp>
        <p:nvSpPr>
          <p:cNvPr id="23" name="">
            <a:extLst xmlns:a="http://schemas.openxmlformats.org/drawingml/2006/main">
              <a:ext uri="{FF2B5EF4-FFF2-40B4-BE49-F238E27FC236}">
                <a16:creationId xmlns:a16="http://schemas.microsoft.com/office/drawing/2014/main" id="{59F5C274-2095-483E-AC7D-8DB4CE3F40FD}"/>
              </a:ext>
            </a:extLst>
          </p:cNvPr>
          <p:cNvSpPr>
            <a:spLocks xmlns:a="http://schemas.openxmlformats.org/drawingml/2006/main" noGrp="1"/>
          </p:cNvSpPr>
          <p:nvPr/>
        </p:nvSpPr>
        <p:spPr>
          <a:xfrm xmlns:a="http://schemas.openxmlformats.org/drawingml/2006/main">
            <a:off x="6896100" y="2066925"/>
            <a:ext cx="4229100" cy="3810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938" b="0">
                <a:solidFill>
                  <a:srgbClr val="53637A"/>
                </a:solidFill>
                <a:latin typeface="DejaVu Sans"/>
                <a:ea typeface="DejaVu Sans"/>
                <a:cs typeface="DejaVu Sans"/>
              </a:defRPr>
            </a:pPr>
            <a:r>
              <a:rPr sz="938" b="0">
                <a:solidFill>
                  <a:srgbClr val="53637A"/>
                </a:solidFill>
                <a:latin typeface="DejaVu Sans"/>
                <a:ea typeface="DejaVu Sans"/>
                <a:cs typeface="DejaVu Sans"/>
              </a:rPr>
              <a:t>Πώς οργανώνονται το αναγνωριστικό, τα δεδομένα και ο έλεγχος σφάλματος.</a:t>
            </a:r>
          </a:p>
        </p:txBody>
      </p:sp>
      <p:sp>
        <p:nvSpPr>
          <p:cNvPr id="24" name="">
            <a:extLst xmlns:a="http://schemas.openxmlformats.org/drawingml/2006/main">
              <a:ext uri="{FF2B5EF4-FFF2-40B4-BE49-F238E27FC236}">
                <a16:creationId xmlns:a16="http://schemas.microsoft.com/office/drawing/2014/main" id="{15724259-CBAE-40E8-B459-D7480D7A1E4E}"/>
              </a:ext>
            </a:extLst>
          </p:cNvPr>
          <p:cNvSpPr>
            <a:spLocks xmlns:a="http://schemas.openxmlformats.org/drawingml/2006/main" noGrp="1"/>
          </p:cNvSpPr>
          <p:nvPr/>
        </p:nvSpPr>
        <p:spPr>
          <a:xfrm xmlns:a="http://schemas.openxmlformats.org/drawingml/2006/main">
            <a:off x="5981700" y="2752725"/>
            <a:ext cx="53340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4288">
            <a:solidFill>
              <a:srgbClr val="C9D5E3"/>
            </a:solidFill>
          </a:ln>
        </p:spPr>
      </p:sp>
      <p:sp>
        <p:nvSpPr>
          <p:cNvPr id="25" name="">
            <a:extLst xmlns:a="http://schemas.openxmlformats.org/drawingml/2006/main">
              <a:ext uri="{FF2B5EF4-FFF2-40B4-BE49-F238E27FC236}">
                <a16:creationId xmlns:a16="http://schemas.microsoft.com/office/drawing/2014/main" id="{1EB0F085-D7C1-490D-A739-AA4213E52B20}"/>
              </a:ext>
            </a:extLst>
          </p:cNvPr>
          <p:cNvSpPr>
            <a:spLocks xmlns:a="http://schemas.openxmlformats.org/drawingml/2006/main" noGrp="1"/>
          </p:cNvSpPr>
          <p:nvPr/>
        </p:nvSpPr>
        <p:spPr>
          <a:xfrm xmlns:a="http://schemas.openxmlformats.org/drawingml/2006/main">
            <a:off x="5981700" y="2752725"/>
            <a:ext cx="85725" cy="1009650"/>
          </a:xfrm>
          <a:prstGeom xmlns:a="http://schemas.openxmlformats.org/drawingml/2006/main" prst="roundRect">
            <a:avLst>
              <a:gd name="adj" fmla="val 50000"/>
            </a:avLst>
          </a:prstGeom>
          <a:solidFill xmlns:a="http://schemas.openxmlformats.org/drawingml/2006/main">
            <a:srgbClr val="20C5E8"/>
          </a:solidFill>
          <a:ln xmlns:a="http://schemas.openxmlformats.org/drawingml/2006/main" w="0">
            <a:solidFill>
              <a:srgbClr val="20C5E8"/>
            </a:solidFill>
          </a:ln>
        </p:spPr>
      </p:sp>
      <p:sp>
        <p:nvSpPr>
          <p:cNvPr id="26" name="">
            <a:extLst xmlns:a="http://schemas.openxmlformats.org/drawingml/2006/main">
              <a:ext uri="{FF2B5EF4-FFF2-40B4-BE49-F238E27FC236}">
                <a16:creationId xmlns:a16="http://schemas.microsoft.com/office/drawing/2014/main" id="{C8D23AE1-9F83-4ED3-992E-5C9F79FBC036}"/>
              </a:ext>
            </a:extLst>
          </p:cNvPr>
          <p:cNvSpPr>
            <a:spLocks xmlns:a="http://schemas.openxmlformats.org/drawingml/2006/main" noGrp="1"/>
          </p:cNvSpPr>
          <p:nvPr/>
        </p:nvSpPr>
        <p:spPr>
          <a:xfrm xmlns:a="http://schemas.openxmlformats.org/drawingml/2006/main">
            <a:off x="6219825" y="2962275"/>
            <a:ext cx="514350" cy="323850"/>
          </a:xfrm>
          <a:prstGeom xmlns:a="http://schemas.openxmlformats.org/drawingml/2006/main" prst="roundRect">
            <a:avLst>
              <a:gd name="adj" fmla="val 23529"/>
            </a:avLst>
          </a:prstGeom>
          <a:solidFill xmlns:a="http://schemas.openxmlformats.org/drawingml/2006/main">
            <a:srgbClr val="F4F7FA"/>
          </a:solidFill>
          <a:ln xmlns:a="http://schemas.openxmlformats.org/drawingml/2006/main" w="11430">
            <a:solidFill>
              <a:srgbClr val="20C5E8"/>
            </a:solidFill>
          </a:ln>
        </p:spPr>
      </p:sp>
      <p:sp>
        <p:nvSpPr>
          <p:cNvPr id="27" name="">
            <a:extLst xmlns:a="http://schemas.openxmlformats.org/drawingml/2006/main">
              <a:ext uri="{FF2B5EF4-FFF2-40B4-BE49-F238E27FC236}">
                <a16:creationId xmlns:a16="http://schemas.microsoft.com/office/drawing/2014/main" id="{68AA678D-736A-49E8-BFCD-D34EE17F5194}"/>
              </a:ext>
            </a:extLst>
          </p:cNvPr>
          <p:cNvSpPr>
            <a:spLocks xmlns:a="http://schemas.openxmlformats.org/drawingml/2006/main" noGrp="1"/>
          </p:cNvSpPr>
          <p:nvPr/>
        </p:nvSpPr>
        <p:spPr>
          <a:xfrm xmlns:a="http://schemas.openxmlformats.org/drawingml/2006/main">
            <a:off x="6219825" y="2962275"/>
            <a:ext cx="514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0C5E8"/>
                </a:solidFill>
                <a:latin typeface="DejaVu Sans"/>
                <a:ea typeface="DejaVu Sans"/>
                <a:cs typeface="DejaVu Sans"/>
              </a:defRPr>
            </a:pPr>
            <a:r>
              <a:rPr sz="1050" b="1">
                <a:solidFill>
                  <a:srgbClr val="20C5E8"/>
                </a:solidFill>
                <a:latin typeface="DejaVu Sans"/>
                <a:ea typeface="DejaVu Sans"/>
                <a:cs typeface="DejaVu Sans"/>
              </a:rPr>
              <a:t>6</a:t>
            </a:r>
          </a:p>
        </p:txBody>
      </p:sp>
      <p:sp>
        <p:nvSpPr>
          <p:cNvPr id="28" name="">
            <a:extLst xmlns:a="http://schemas.openxmlformats.org/drawingml/2006/main">
              <a:ext uri="{FF2B5EF4-FFF2-40B4-BE49-F238E27FC236}">
                <a16:creationId xmlns:a16="http://schemas.microsoft.com/office/drawing/2014/main" id="{66B941DB-8307-4ED5-926A-E80EFDBE3E71}"/>
              </a:ext>
            </a:extLst>
          </p:cNvPr>
          <p:cNvSpPr>
            <a:spLocks xmlns:a="http://schemas.openxmlformats.org/drawingml/2006/main" noGrp="1"/>
          </p:cNvSpPr>
          <p:nvPr/>
        </p:nvSpPr>
        <p:spPr>
          <a:xfrm xmlns:a="http://schemas.openxmlformats.org/drawingml/2006/main">
            <a:off x="6896100" y="2914650"/>
            <a:ext cx="42291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426"/>
                </a:solidFill>
                <a:latin typeface="DejaVu Sans"/>
                <a:ea typeface="DejaVu Sans"/>
                <a:cs typeface="DejaVu Sans"/>
              </a:defRPr>
            </a:pPr>
            <a:r>
              <a:rPr sz="1275" b="1">
                <a:solidFill>
                  <a:srgbClr val="071426"/>
                </a:solidFill>
                <a:latin typeface="DejaVu Sans"/>
                <a:ea typeface="DejaVu Sans"/>
                <a:cs typeface="DejaVu Sans"/>
              </a:rPr>
              <a:t>Προτεραιότητα και διαιτησία</a:t>
            </a:r>
          </a:p>
        </p:txBody>
      </p:sp>
      <p:sp>
        <p:nvSpPr>
          <p:cNvPr id="29" name="">
            <a:extLst xmlns:a="http://schemas.openxmlformats.org/drawingml/2006/main">
              <a:ext uri="{FF2B5EF4-FFF2-40B4-BE49-F238E27FC236}">
                <a16:creationId xmlns:a16="http://schemas.microsoft.com/office/drawing/2014/main" id="{DEE2685C-940C-4945-864A-77B816CAD53E}"/>
              </a:ext>
            </a:extLst>
          </p:cNvPr>
          <p:cNvSpPr>
            <a:spLocks xmlns:a="http://schemas.openxmlformats.org/drawingml/2006/main" noGrp="1"/>
          </p:cNvSpPr>
          <p:nvPr/>
        </p:nvSpPr>
        <p:spPr>
          <a:xfrm xmlns:a="http://schemas.openxmlformats.org/drawingml/2006/main">
            <a:off x="6896100" y="3257550"/>
            <a:ext cx="4229100" cy="3810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938" b="0">
                <a:solidFill>
                  <a:srgbClr val="53637A"/>
                </a:solidFill>
                <a:latin typeface="DejaVu Sans"/>
                <a:ea typeface="DejaVu Sans"/>
                <a:cs typeface="DejaVu Sans"/>
              </a:defRPr>
            </a:pPr>
            <a:r>
              <a:rPr sz="938" b="0">
                <a:solidFill>
                  <a:srgbClr val="53637A"/>
                </a:solidFill>
                <a:latin typeface="DejaVu Sans"/>
                <a:ea typeface="DejaVu Sans"/>
                <a:cs typeface="DejaVu Sans"/>
              </a:rPr>
              <a:t>Πώς μοιράζονται όλες οι μονάδες τον ίδιο δίαυλο χωρίς να χάνεται κρίσιμη πληροφορία.</a:t>
            </a:r>
          </a:p>
        </p:txBody>
      </p:sp>
      <p:sp>
        <p:nvSpPr>
          <p:cNvPr id="30" name="">
            <a:extLst xmlns:a="http://schemas.openxmlformats.org/drawingml/2006/main">
              <a:ext uri="{FF2B5EF4-FFF2-40B4-BE49-F238E27FC236}">
                <a16:creationId xmlns:a16="http://schemas.microsoft.com/office/drawing/2014/main" id="{2A4C91F6-D1B4-460D-B16B-3C7AC6219AA6}"/>
              </a:ext>
            </a:extLst>
          </p:cNvPr>
          <p:cNvSpPr>
            <a:spLocks xmlns:a="http://schemas.openxmlformats.org/drawingml/2006/main" noGrp="1"/>
          </p:cNvSpPr>
          <p:nvPr/>
        </p:nvSpPr>
        <p:spPr>
          <a:xfrm xmlns:a="http://schemas.openxmlformats.org/drawingml/2006/main">
            <a:off x="5981700" y="3943350"/>
            <a:ext cx="53340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4288">
            <a:solidFill>
              <a:srgbClr val="C9D5E3"/>
            </a:solidFill>
          </a:ln>
        </p:spPr>
      </p:sp>
      <p:sp>
        <p:nvSpPr>
          <p:cNvPr id="31" name="">
            <a:extLst xmlns:a="http://schemas.openxmlformats.org/drawingml/2006/main">
              <a:ext uri="{FF2B5EF4-FFF2-40B4-BE49-F238E27FC236}">
                <a16:creationId xmlns:a16="http://schemas.microsoft.com/office/drawing/2014/main" id="{5C987292-EDBD-4B59-A88A-13DA0C08A8CA}"/>
              </a:ext>
            </a:extLst>
          </p:cNvPr>
          <p:cNvSpPr>
            <a:spLocks xmlns:a="http://schemas.openxmlformats.org/drawingml/2006/main" noGrp="1"/>
          </p:cNvSpPr>
          <p:nvPr/>
        </p:nvSpPr>
        <p:spPr>
          <a:xfrm xmlns:a="http://schemas.openxmlformats.org/drawingml/2006/main">
            <a:off x="5981700" y="3943350"/>
            <a:ext cx="85725" cy="1200150"/>
          </a:xfrm>
          <a:prstGeom xmlns:a="http://schemas.openxmlformats.org/drawingml/2006/main" prst="roundRect">
            <a:avLst>
              <a:gd name="adj" fmla="val 50000"/>
            </a:avLst>
          </a:prstGeom>
          <a:solidFill xmlns:a="http://schemas.openxmlformats.org/drawingml/2006/main">
            <a:srgbClr val="FFB000"/>
          </a:solidFill>
          <a:ln xmlns:a="http://schemas.openxmlformats.org/drawingml/2006/main" w="0">
            <a:solidFill>
              <a:srgbClr val="FFB000"/>
            </a:solidFill>
          </a:ln>
        </p:spPr>
      </p:sp>
      <p:sp>
        <p:nvSpPr>
          <p:cNvPr id="32" name="">
            <a:extLst xmlns:a="http://schemas.openxmlformats.org/drawingml/2006/main">
              <a:ext uri="{FF2B5EF4-FFF2-40B4-BE49-F238E27FC236}">
                <a16:creationId xmlns:a16="http://schemas.microsoft.com/office/drawing/2014/main" id="{87F31CFD-E47F-43BD-8828-C70D9B33197B}"/>
              </a:ext>
            </a:extLst>
          </p:cNvPr>
          <p:cNvSpPr>
            <a:spLocks xmlns:a="http://schemas.openxmlformats.org/drawingml/2006/main" noGrp="1"/>
          </p:cNvSpPr>
          <p:nvPr/>
        </p:nvSpPr>
        <p:spPr>
          <a:xfrm xmlns:a="http://schemas.openxmlformats.org/drawingml/2006/main">
            <a:off x="6219825" y="4152900"/>
            <a:ext cx="514350" cy="323850"/>
          </a:xfrm>
          <a:prstGeom xmlns:a="http://schemas.openxmlformats.org/drawingml/2006/main" prst="roundRect">
            <a:avLst>
              <a:gd name="adj" fmla="val 23529"/>
            </a:avLst>
          </a:prstGeom>
          <a:solidFill xmlns:a="http://schemas.openxmlformats.org/drawingml/2006/main">
            <a:srgbClr val="F4F7FA"/>
          </a:solidFill>
          <a:ln xmlns:a="http://schemas.openxmlformats.org/drawingml/2006/main" w="11430">
            <a:solidFill>
              <a:srgbClr val="FFB000"/>
            </a:solidFill>
          </a:ln>
        </p:spPr>
      </p:sp>
      <p:sp>
        <p:nvSpPr>
          <p:cNvPr id="33" name="">
            <a:extLst xmlns:a="http://schemas.openxmlformats.org/drawingml/2006/main">
              <a:ext uri="{FF2B5EF4-FFF2-40B4-BE49-F238E27FC236}">
                <a16:creationId xmlns:a16="http://schemas.microsoft.com/office/drawing/2014/main" id="{50EAEE0F-9DF7-4DBA-ACA9-9577E31D3484}"/>
              </a:ext>
            </a:extLst>
          </p:cNvPr>
          <p:cNvSpPr>
            <a:spLocks xmlns:a="http://schemas.openxmlformats.org/drawingml/2006/main" noGrp="1"/>
          </p:cNvSpPr>
          <p:nvPr/>
        </p:nvSpPr>
        <p:spPr>
          <a:xfrm xmlns:a="http://schemas.openxmlformats.org/drawingml/2006/main">
            <a:off x="6219825" y="4152900"/>
            <a:ext cx="514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B000"/>
                </a:solidFill>
                <a:latin typeface="DejaVu Sans"/>
                <a:ea typeface="DejaVu Sans"/>
                <a:cs typeface="DejaVu Sans"/>
              </a:defRPr>
            </a:pPr>
            <a:r>
              <a:rPr sz="1050" b="1">
                <a:solidFill>
                  <a:srgbClr val="FFB000"/>
                </a:solidFill>
                <a:latin typeface="DejaVu Sans"/>
                <a:ea typeface="DejaVu Sans"/>
                <a:cs typeface="DejaVu Sans"/>
              </a:rPr>
              <a:t>7</a:t>
            </a:r>
          </a:p>
        </p:txBody>
      </p:sp>
      <p:sp>
        <p:nvSpPr>
          <p:cNvPr id="34" name="">
            <a:extLst xmlns:a="http://schemas.openxmlformats.org/drawingml/2006/main">
              <a:ext uri="{FF2B5EF4-FFF2-40B4-BE49-F238E27FC236}">
                <a16:creationId xmlns:a16="http://schemas.microsoft.com/office/drawing/2014/main" id="{EBDC8278-CFF6-49AB-BF66-7D66ABA7BF81}"/>
              </a:ext>
            </a:extLst>
          </p:cNvPr>
          <p:cNvSpPr>
            <a:spLocks xmlns:a="http://schemas.openxmlformats.org/drawingml/2006/main" noGrp="1"/>
          </p:cNvSpPr>
          <p:nvPr/>
        </p:nvSpPr>
        <p:spPr>
          <a:xfrm xmlns:a="http://schemas.openxmlformats.org/drawingml/2006/main">
            <a:off x="6896100" y="4105275"/>
            <a:ext cx="42291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426"/>
                </a:solidFill>
                <a:latin typeface="DejaVu Sans"/>
                <a:ea typeface="DejaVu Sans"/>
                <a:cs typeface="DejaVu Sans"/>
              </a:defRPr>
            </a:pPr>
            <a:r>
              <a:rPr sz="1275" b="1">
                <a:solidFill>
                  <a:srgbClr val="071426"/>
                </a:solidFill>
                <a:latin typeface="DejaVu Sans"/>
                <a:ea typeface="DejaVu Sans"/>
                <a:cs typeface="DejaVu Sans"/>
              </a:rPr>
              <a:t>Φυσικό επίπεδο και βλάβες</a:t>
            </a:r>
          </a:p>
        </p:txBody>
      </p:sp>
      <p:sp>
        <p:nvSpPr>
          <p:cNvPr id="35" name="">
            <a:extLst xmlns:a="http://schemas.openxmlformats.org/drawingml/2006/main">
              <a:ext uri="{FF2B5EF4-FFF2-40B4-BE49-F238E27FC236}">
                <a16:creationId xmlns:a16="http://schemas.microsoft.com/office/drawing/2014/main" id="{128DC494-6F68-4A8D-B22E-0E48CD909B51}"/>
              </a:ext>
            </a:extLst>
          </p:cNvPr>
          <p:cNvSpPr>
            <a:spLocks xmlns:a="http://schemas.openxmlformats.org/drawingml/2006/main" noGrp="1"/>
          </p:cNvSpPr>
          <p:nvPr/>
        </p:nvSpPr>
        <p:spPr>
          <a:xfrm xmlns:a="http://schemas.openxmlformats.org/drawingml/2006/main">
            <a:off x="6896100" y="4448175"/>
            <a:ext cx="4229100" cy="5715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938" b="0">
                <a:solidFill>
                  <a:srgbClr val="53637A"/>
                </a:solidFill>
                <a:latin typeface="DejaVu Sans"/>
                <a:ea typeface="DejaVu Sans"/>
                <a:cs typeface="DejaVu Sans"/>
              </a:defRPr>
            </a:pPr>
            <a:r>
              <a:rPr sz="938" b="0">
                <a:solidFill>
                  <a:srgbClr val="53637A"/>
                </a:solidFill>
                <a:latin typeface="DejaVu Sans"/>
                <a:ea typeface="DejaVu Sans"/>
                <a:cs typeface="DejaVu Sans"/>
              </a:rPr>
              <a:t>CAN High, CAN Low, τερματισμός και βασικές ηλεκτρικές μετρήσεις.</a:t>
            </a:r>
          </a:p>
        </p:txBody>
      </p:sp>
      <p:sp>
        <p:nvSpPr>
          <p:cNvPr id="36" name="">
            <a:extLst xmlns:a="http://schemas.openxmlformats.org/drawingml/2006/main">
              <a:ext uri="{FF2B5EF4-FFF2-40B4-BE49-F238E27FC236}">
                <a16:creationId xmlns:a16="http://schemas.microsoft.com/office/drawing/2014/main" id="{6F888638-6B7E-4291-9B7F-A7074C366214}"/>
              </a:ext>
            </a:extLst>
          </p:cNvPr>
          <p:cNvSpPr>
            <a:spLocks xmlns:a="http://schemas.openxmlformats.org/drawingml/2006/main" noGrp="1"/>
          </p:cNvSpPr>
          <p:nvPr/>
        </p:nvSpPr>
        <p:spPr>
          <a:xfrm xmlns:a="http://schemas.openxmlformats.org/drawingml/2006/main">
            <a:off x="628650" y="5505450"/>
            <a:ext cx="1066800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071426"/>
                </a:solidFill>
                <a:latin typeface="DejaVu Sans"/>
                <a:ea typeface="DejaVu Sans"/>
                <a:cs typeface="DejaVu Sans"/>
              </a:defRPr>
            </a:pPr>
            <a:r>
              <a:rPr sz="1575" b="1">
                <a:solidFill>
                  <a:srgbClr val="071426"/>
                </a:solidFill>
                <a:latin typeface="DejaVu Sans"/>
                <a:ea typeface="DejaVu Sans"/>
                <a:cs typeface="DejaVu Sans"/>
              </a:rPr>
              <a:t>Από το μήνυμα στη μέτρηση.</a:t>
            </a:r>
          </a:p>
        </p:txBody>
      </p:sp>
      <p:sp>
        <p:nvSpPr>
          <p:cNvPr id="37" name="">
            <a:extLst xmlns:a="http://schemas.openxmlformats.org/drawingml/2006/main">
              <a:ext uri="{FF2B5EF4-FFF2-40B4-BE49-F238E27FC236}">
                <a16:creationId xmlns:a16="http://schemas.microsoft.com/office/drawing/2014/main" id="{B5AFAA0C-1C21-4CEF-9C7A-70394E858BDD}"/>
              </a:ext>
            </a:extLst>
          </p:cNvPr>
          <p:cNvSpPr>
            <a:spLocks xmlns:a="http://schemas.openxmlformats.org/drawingml/2006/main" noGrp="1"/>
          </p:cNvSpPr>
          <p:nvPr/>
        </p:nvSpPr>
        <p:spPr>
          <a:xfrm xmlns:a="http://schemas.openxmlformats.org/drawingml/2006/main">
            <a:off x="609600" y="6477000"/>
            <a:ext cx="44767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l">
              <a:defRPr sz="788" b="0">
                <a:solidFill>
                  <a:srgbClr val="53637A"/>
                </a:solidFill>
                <a:latin typeface="DejaVu Sans"/>
                <a:ea typeface="DejaVu Sans"/>
                <a:cs typeface="DejaVu Sans"/>
              </a:defRPr>
            </a:pPr>
            <a:r>
              <a:rPr sz="788" b="0">
                <a:solidFill>
                  <a:srgbClr val="53637A"/>
                </a:solidFill>
                <a:latin typeface="DejaVu Sans"/>
                <a:ea typeface="DejaVu Sans"/>
                <a:cs typeface="DejaVu Sans"/>
              </a:rPr>
              <a:t>Δίκτυα και Επικοινωνία Οχημάτων</a:t>
            </a:r>
          </a:p>
        </p:txBody>
      </p:sp>
      <p:sp>
        <p:nvSpPr>
          <p:cNvPr id="38" name="">
            <a:extLst xmlns:a="http://schemas.openxmlformats.org/drawingml/2006/main">
              <a:ext uri="{FF2B5EF4-FFF2-40B4-BE49-F238E27FC236}">
                <a16:creationId xmlns:a16="http://schemas.microsoft.com/office/drawing/2014/main" id="{3B0C384E-83EA-4062-94DF-DDFC6BABB4C8}"/>
              </a:ext>
            </a:extLst>
          </p:cNvPr>
          <p:cNvSpPr>
            <a:spLocks xmlns:a="http://schemas.openxmlformats.org/drawingml/2006/main" noGrp="1"/>
          </p:cNvSpPr>
          <p:nvPr/>
        </p:nvSpPr>
        <p:spPr>
          <a:xfrm xmlns:a="http://schemas.openxmlformats.org/drawingml/2006/main">
            <a:off x="11049000" y="6477000"/>
            <a:ext cx="5143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r">
              <a:defRPr sz="788" b="1">
                <a:solidFill>
                  <a:srgbClr val="53637A"/>
                </a:solidFill>
                <a:latin typeface="DejaVu Sans"/>
                <a:ea typeface="DejaVu Sans"/>
                <a:cs typeface="DejaVu Sans"/>
              </a:defRPr>
            </a:pPr>
            <a:r>
              <a:rPr sz="788" b="1">
                <a:solidFill>
                  <a:srgbClr val="53637A"/>
                </a:solidFill>
                <a:latin typeface="DejaVu Sans"/>
                <a:ea typeface="DejaVu Sans"/>
                <a:cs typeface="DejaVu Sans"/>
              </a:rPr>
              <a:t>06</a:t>
            </a:r>
          </a:p>
        </p:txBody>
      </p:sp>
    </p:spTree>
    <p:extLst>
      <p:ext uri="{BB962C8B-B14F-4D97-AF65-F5344CB8AC3E}">
        <p14:creationId xmlns:p14="http://schemas.microsoft.com/office/powerpoint/2010/main" val="2055306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09EE67F-B68B-4466-B858-B5D95C5BB8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426"/>
          </a:solidFill>
          <a:ln xmlns:a="http://schemas.openxmlformats.org/drawingml/2006/main" w="0">
            <a:solidFill>
              <a:srgbClr val="071426"/>
            </a:solidFill>
          </a:ln>
        </p:spPr>
      </p:sp>
      <p:sp>
        <p:nvSpPr>
          <p:cNvPr id="2" name="">
            <a:extLst xmlns:a="http://schemas.openxmlformats.org/drawingml/2006/main">
              <a:ext uri="{FF2B5EF4-FFF2-40B4-BE49-F238E27FC236}">
                <a16:creationId xmlns:a16="http://schemas.microsoft.com/office/drawing/2014/main" id="{CF18ACF4-DA87-4047-B5F2-1814A1BB9B7F}"/>
              </a:ext>
            </a:extLst>
          </p:cNvPr>
          <p:cNvSpPr>
            <a:spLocks xmlns:a="http://schemas.openxmlformats.org/drawingml/2006/main" noGrp="1"/>
          </p:cNvSpPr>
          <p:nvPr/>
        </p:nvSpPr>
        <p:spPr>
          <a:xfrm xmlns:a="http://schemas.openxmlformats.org/drawingml/2006/main">
            <a:off x="609600" y="209550"/>
            <a:ext cx="590550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8068D8"/>
                </a:solidFill>
                <a:latin typeface="DejaVu Sans"/>
                <a:ea typeface="DejaVu Sans"/>
                <a:cs typeface="DejaVu Sans"/>
              </a:defRPr>
            </a:pPr>
            <a:r>
              <a:rPr sz="900" b="1">
                <a:solidFill>
                  <a:srgbClr val="8068D8"/>
                </a:solidFill>
                <a:latin typeface="DejaVu Sans"/>
                <a:ea typeface="DejaVu Sans"/>
                <a:cs typeface="DejaVu Sans"/>
              </a:rPr>
              <a:t>06 · ΜΑΘΉΜΑΤΑ 8–10</a:t>
            </a:r>
          </a:p>
        </p:txBody>
      </p:sp>
      <p:sp>
        <p:nvSpPr>
          <p:cNvPr id="3" name="">
            <a:extLst xmlns:a="http://schemas.openxmlformats.org/drawingml/2006/main">
              <a:ext uri="{FF2B5EF4-FFF2-40B4-BE49-F238E27FC236}">
                <a16:creationId xmlns:a16="http://schemas.microsoft.com/office/drawing/2014/main" id="{100504EF-5955-47FE-8A3A-CEAC06051C3A}"/>
              </a:ext>
            </a:extLst>
          </p:cNvPr>
          <p:cNvSpPr>
            <a:spLocks xmlns:a="http://schemas.openxmlformats.org/drawingml/2006/main" noGrp="1"/>
          </p:cNvSpPr>
          <p:nvPr/>
        </p:nvSpPr>
        <p:spPr>
          <a:xfrm xmlns:a="http://schemas.openxmlformats.org/drawingml/2006/main">
            <a:off x="609600" y="466725"/>
            <a:ext cx="10858500" cy="647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F7FAFD"/>
                </a:solidFill>
                <a:latin typeface="DejaVu Sans"/>
                <a:ea typeface="DejaVu Sans"/>
                <a:cs typeface="DejaVu Sans"/>
              </a:defRPr>
            </a:pPr>
            <a:r>
              <a:rPr sz="2925" b="1">
                <a:solidFill>
                  <a:srgbClr val="F7FAFD"/>
                </a:solidFill>
                <a:latin typeface="DejaVu Sans"/>
                <a:ea typeface="DejaVu Sans"/>
                <a:cs typeface="DejaVu Sans"/>
              </a:rPr>
              <a:t>Ενότητα 3 — Άλλα δίκτυα και δεδομένα</a:t>
            </a:r>
          </a:p>
        </p:txBody>
      </p:sp>
      <p:sp>
        <p:nvSpPr>
          <p:cNvPr id="4" name="">
            <a:extLst xmlns:a="http://schemas.openxmlformats.org/drawingml/2006/main">
              <a:ext uri="{FF2B5EF4-FFF2-40B4-BE49-F238E27FC236}">
                <a16:creationId xmlns:a16="http://schemas.microsoft.com/office/drawing/2014/main" id="{4CA27D10-87C9-4EC1-AADF-8F475D650AD8}"/>
              </a:ext>
            </a:extLst>
          </p:cNvPr>
          <p:cNvSpPr>
            <a:spLocks xmlns:a="http://schemas.openxmlformats.org/drawingml/2006/main" noGrp="1"/>
          </p:cNvSpPr>
          <p:nvPr/>
        </p:nvSpPr>
        <p:spPr>
          <a:xfrm xmlns:a="http://schemas.openxmlformats.org/drawingml/2006/main">
            <a:off x="609600" y="1200150"/>
            <a:ext cx="781050" cy="47625"/>
          </a:xfrm>
          <a:prstGeom xmlns:a="http://schemas.openxmlformats.org/drawingml/2006/main" prst="rect">
            <a:avLst/>
          </a:prstGeom>
          <a:solidFill xmlns:a="http://schemas.openxmlformats.org/drawingml/2006/main">
            <a:srgbClr val="8068D8"/>
          </a:solidFill>
          <a:ln xmlns:a="http://schemas.openxmlformats.org/drawingml/2006/main" w="0">
            <a:solidFill>
              <a:srgbClr val="8068D8"/>
            </a:solidFill>
          </a:ln>
        </p:spPr>
      </p:sp>
      <p:sp>
        <p:nvSpPr>
          <p:cNvPr id="5" name="">
            <a:extLst xmlns:a="http://schemas.openxmlformats.org/drawingml/2006/main">
              <a:ext uri="{FF2B5EF4-FFF2-40B4-BE49-F238E27FC236}">
                <a16:creationId xmlns:a16="http://schemas.microsoft.com/office/drawing/2014/main" id="{2FAC52BE-F2F7-4F68-AF7A-2F50C98CBA48}"/>
              </a:ext>
            </a:extLst>
          </p:cNvPr>
          <p:cNvSpPr>
            <a:spLocks xmlns:a="http://schemas.openxmlformats.org/drawingml/2006/main" noGrp="1"/>
          </p:cNvSpPr>
          <p:nvPr/>
        </p:nvSpPr>
        <p:spPr>
          <a:xfrm xmlns:a="http://schemas.openxmlformats.org/drawingml/2006/main">
            <a:off x="628650" y="1724025"/>
            <a:ext cx="1905000" cy="1200150"/>
          </a:xfrm>
          <a:prstGeom xmlns:a="http://schemas.openxmlformats.org/drawingml/2006/main" prst="roundRect">
            <a:avLst>
              <a:gd name="adj" fmla="val 6349"/>
            </a:avLst>
          </a:prstGeom>
          <a:solidFill xmlns:a="http://schemas.openxmlformats.org/drawingml/2006/main">
            <a:srgbClr val="0B1D33"/>
          </a:solidFill>
          <a:ln xmlns:a="http://schemas.openxmlformats.org/drawingml/2006/main" w="14288">
            <a:solidFill>
              <a:srgbClr val="22AE68"/>
            </a:solidFill>
          </a:ln>
        </p:spPr>
      </p:sp>
      <p:sp>
        <p:nvSpPr>
          <p:cNvPr id="6" name="">
            <a:extLst xmlns:a="http://schemas.openxmlformats.org/drawingml/2006/main">
              <a:ext uri="{FF2B5EF4-FFF2-40B4-BE49-F238E27FC236}">
                <a16:creationId xmlns:a16="http://schemas.microsoft.com/office/drawing/2014/main" id="{81654264-3BE9-4FBE-976F-CB39F49A6EA0}"/>
              </a:ext>
            </a:extLst>
          </p:cNvPr>
          <p:cNvSpPr>
            <a:spLocks xmlns:a="http://schemas.openxmlformats.org/drawingml/2006/main" noGrp="1"/>
          </p:cNvSpPr>
          <p:nvPr/>
        </p:nvSpPr>
        <p:spPr>
          <a:xfrm xmlns:a="http://schemas.openxmlformats.org/drawingml/2006/main">
            <a:off x="742950" y="1885950"/>
            <a:ext cx="1676400" cy="3619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22AE68"/>
                </a:solidFill>
                <a:latin typeface="DejaVu Sans"/>
                <a:ea typeface="DejaVu Sans"/>
                <a:cs typeface="DejaVu Sans"/>
              </a:defRPr>
            </a:pPr>
            <a:r>
              <a:rPr sz="1650" b="1">
                <a:solidFill>
                  <a:srgbClr val="22AE68"/>
                </a:solidFill>
                <a:latin typeface="DejaVu Sans"/>
                <a:ea typeface="DejaVu Sans"/>
                <a:cs typeface="DejaVu Sans"/>
              </a:rPr>
              <a:t>LIN</a:t>
            </a:r>
          </a:p>
        </p:txBody>
      </p:sp>
      <p:sp>
        <p:nvSpPr>
          <p:cNvPr id="7" name="">
            <a:extLst xmlns:a="http://schemas.openxmlformats.org/drawingml/2006/main">
              <a:ext uri="{FF2B5EF4-FFF2-40B4-BE49-F238E27FC236}">
                <a16:creationId xmlns:a16="http://schemas.microsoft.com/office/drawing/2014/main" id="{F1008F0D-1583-42E4-823B-A8C18AB288DC}"/>
              </a:ext>
            </a:extLst>
          </p:cNvPr>
          <p:cNvSpPr>
            <a:spLocks xmlns:a="http://schemas.openxmlformats.org/drawingml/2006/main" noGrp="1"/>
          </p:cNvSpPr>
          <p:nvPr/>
        </p:nvSpPr>
        <p:spPr>
          <a:xfrm xmlns:a="http://schemas.openxmlformats.org/drawingml/2006/main">
            <a:off x="742950" y="2333625"/>
            <a:ext cx="1676400" cy="3810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απλές λειτουργίες</a:t>
            </a:r>
          </a:p>
        </p:txBody>
      </p:sp>
      <p:sp>
        <p:nvSpPr>
          <p:cNvPr id="8" name="">
            <a:extLst xmlns:a="http://schemas.openxmlformats.org/drawingml/2006/main">
              <a:ext uri="{FF2B5EF4-FFF2-40B4-BE49-F238E27FC236}">
                <a16:creationId xmlns:a16="http://schemas.microsoft.com/office/drawing/2014/main" id="{59CC07BF-3434-4C62-8F1F-FA4DBC18C33A}"/>
              </a:ext>
            </a:extLst>
          </p:cNvPr>
          <p:cNvSpPr>
            <a:spLocks xmlns:a="http://schemas.openxmlformats.org/drawingml/2006/main" noGrp="1"/>
          </p:cNvSpPr>
          <p:nvPr/>
        </p:nvSpPr>
        <p:spPr>
          <a:xfrm xmlns:a="http://schemas.openxmlformats.org/drawingml/2006/main">
            <a:off x="2819400" y="1724025"/>
            <a:ext cx="1905000" cy="1200150"/>
          </a:xfrm>
          <a:prstGeom xmlns:a="http://schemas.openxmlformats.org/drawingml/2006/main" prst="roundRect">
            <a:avLst>
              <a:gd name="adj" fmla="val 6349"/>
            </a:avLst>
          </a:prstGeom>
          <a:solidFill xmlns:a="http://schemas.openxmlformats.org/drawingml/2006/main">
            <a:srgbClr val="0B1D33"/>
          </a:solidFill>
          <a:ln xmlns:a="http://schemas.openxmlformats.org/drawingml/2006/main" w="14288">
            <a:solidFill>
              <a:srgbClr val="FFB000"/>
            </a:solidFill>
          </a:ln>
        </p:spPr>
      </p:sp>
      <p:sp>
        <p:nvSpPr>
          <p:cNvPr id="9" name="">
            <a:extLst xmlns:a="http://schemas.openxmlformats.org/drawingml/2006/main">
              <a:ext uri="{FF2B5EF4-FFF2-40B4-BE49-F238E27FC236}">
                <a16:creationId xmlns:a16="http://schemas.microsoft.com/office/drawing/2014/main" id="{2F5DA0F1-0FD2-4468-90EF-FA973A68F505}"/>
              </a:ext>
            </a:extLst>
          </p:cNvPr>
          <p:cNvSpPr>
            <a:spLocks xmlns:a="http://schemas.openxmlformats.org/drawingml/2006/main" noGrp="1"/>
          </p:cNvSpPr>
          <p:nvPr/>
        </p:nvSpPr>
        <p:spPr>
          <a:xfrm xmlns:a="http://schemas.openxmlformats.org/drawingml/2006/main">
            <a:off x="2933700" y="1885950"/>
            <a:ext cx="1676400" cy="3619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B000"/>
                </a:solidFill>
                <a:latin typeface="DejaVu Sans"/>
                <a:ea typeface="DejaVu Sans"/>
                <a:cs typeface="DejaVu Sans"/>
              </a:defRPr>
            </a:pPr>
            <a:r>
              <a:rPr sz="1650" b="1">
                <a:solidFill>
                  <a:srgbClr val="FFB000"/>
                </a:solidFill>
                <a:latin typeface="DejaVu Sans"/>
                <a:ea typeface="DejaVu Sans"/>
                <a:cs typeface="DejaVu Sans"/>
              </a:rPr>
              <a:t>J1850 / PCI</a:t>
            </a:r>
          </a:p>
        </p:txBody>
      </p:sp>
      <p:sp>
        <p:nvSpPr>
          <p:cNvPr id="10" name="">
            <a:extLst xmlns:a="http://schemas.openxmlformats.org/drawingml/2006/main">
              <a:ext uri="{FF2B5EF4-FFF2-40B4-BE49-F238E27FC236}">
                <a16:creationId xmlns:a16="http://schemas.microsoft.com/office/drawing/2014/main" id="{0A4E49F0-6581-42CA-B938-BA225F06BC60}"/>
              </a:ext>
            </a:extLst>
          </p:cNvPr>
          <p:cNvSpPr>
            <a:spLocks xmlns:a="http://schemas.openxmlformats.org/drawingml/2006/main" noGrp="1"/>
          </p:cNvSpPr>
          <p:nvPr/>
        </p:nvSpPr>
        <p:spPr>
          <a:xfrm xmlns:a="http://schemas.openxmlformats.org/drawingml/2006/main">
            <a:off x="2933700" y="2333625"/>
            <a:ext cx="1676400" cy="3810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παλαιότερα συστήματα</a:t>
            </a:r>
          </a:p>
        </p:txBody>
      </p:sp>
      <p:sp>
        <p:nvSpPr>
          <p:cNvPr id="11" name="">
            <a:extLst xmlns:a="http://schemas.openxmlformats.org/drawingml/2006/main">
              <a:ext uri="{FF2B5EF4-FFF2-40B4-BE49-F238E27FC236}">
                <a16:creationId xmlns:a16="http://schemas.microsoft.com/office/drawing/2014/main" id="{49D64AA0-5E52-491F-82A4-F9DC3DA6D216}"/>
              </a:ext>
            </a:extLst>
          </p:cNvPr>
          <p:cNvSpPr>
            <a:spLocks xmlns:a="http://schemas.openxmlformats.org/drawingml/2006/main" noGrp="1"/>
          </p:cNvSpPr>
          <p:nvPr/>
        </p:nvSpPr>
        <p:spPr>
          <a:xfrm xmlns:a="http://schemas.openxmlformats.org/drawingml/2006/main">
            <a:off x="5010150" y="1724025"/>
            <a:ext cx="1905000" cy="1200150"/>
          </a:xfrm>
          <a:prstGeom xmlns:a="http://schemas.openxmlformats.org/drawingml/2006/main" prst="roundRect">
            <a:avLst>
              <a:gd name="adj" fmla="val 6349"/>
            </a:avLst>
          </a:prstGeom>
          <a:solidFill xmlns:a="http://schemas.openxmlformats.org/drawingml/2006/main">
            <a:srgbClr val="0B1D33"/>
          </a:solidFill>
          <a:ln xmlns:a="http://schemas.openxmlformats.org/drawingml/2006/main" w="14288">
            <a:solidFill>
              <a:srgbClr val="8068D8"/>
            </a:solidFill>
          </a:ln>
        </p:spPr>
      </p:sp>
      <p:sp>
        <p:nvSpPr>
          <p:cNvPr id="12" name="">
            <a:extLst xmlns:a="http://schemas.openxmlformats.org/drawingml/2006/main">
              <a:ext uri="{FF2B5EF4-FFF2-40B4-BE49-F238E27FC236}">
                <a16:creationId xmlns:a16="http://schemas.microsoft.com/office/drawing/2014/main" id="{D7AC970D-2EBE-490C-A737-1BDE05AA5890}"/>
              </a:ext>
            </a:extLst>
          </p:cNvPr>
          <p:cNvSpPr>
            <a:spLocks xmlns:a="http://schemas.openxmlformats.org/drawingml/2006/main" noGrp="1"/>
          </p:cNvSpPr>
          <p:nvPr/>
        </p:nvSpPr>
        <p:spPr>
          <a:xfrm xmlns:a="http://schemas.openxmlformats.org/drawingml/2006/main">
            <a:off x="5124450" y="1885950"/>
            <a:ext cx="1676400" cy="3619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8068D8"/>
                </a:solidFill>
                <a:latin typeface="DejaVu Sans"/>
                <a:ea typeface="DejaVu Sans"/>
                <a:cs typeface="DejaVu Sans"/>
              </a:defRPr>
            </a:pPr>
            <a:r>
              <a:rPr sz="1650" b="1">
                <a:solidFill>
                  <a:srgbClr val="8068D8"/>
                </a:solidFill>
                <a:latin typeface="DejaVu Sans"/>
                <a:ea typeface="DejaVu Sans"/>
                <a:cs typeface="DejaVu Sans"/>
              </a:rPr>
              <a:t>MOST</a:t>
            </a:r>
          </a:p>
        </p:txBody>
      </p:sp>
      <p:sp>
        <p:nvSpPr>
          <p:cNvPr id="13" name="">
            <a:extLst xmlns:a="http://schemas.openxmlformats.org/drawingml/2006/main">
              <a:ext uri="{FF2B5EF4-FFF2-40B4-BE49-F238E27FC236}">
                <a16:creationId xmlns:a16="http://schemas.microsoft.com/office/drawing/2014/main" id="{1844ACB7-BCD8-4801-96C6-C8CC458161B6}"/>
              </a:ext>
            </a:extLst>
          </p:cNvPr>
          <p:cNvSpPr>
            <a:spLocks xmlns:a="http://schemas.openxmlformats.org/drawingml/2006/main" noGrp="1"/>
          </p:cNvSpPr>
          <p:nvPr/>
        </p:nvSpPr>
        <p:spPr>
          <a:xfrm xmlns:a="http://schemas.openxmlformats.org/drawingml/2006/main">
            <a:off x="5124450" y="2333625"/>
            <a:ext cx="1676400" cy="3810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πολυμέσα</a:t>
            </a:r>
          </a:p>
        </p:txBody>
      </p:sp>
      <p:sp>
        <p:nvSpPr>
          <p:cNvPr id="14" name="">
            <a:extLst xmlns:a="http://schemas.openxmlformats.org/drawingml/2006/main">
              <a:ext uri="{FF2B5EF4-FFF2-40B4-BE49-F238E27FC236}">
                <a16:creationId xmlns:a16="http://schemas.microsoft.com/office/drawing/2014/main" id="{13AA9322-89C2-43A1-9EB0-55E67EE62C34}"/>
              </a:ext>
            </a:extLst>
          </p:cNvPr>
          <p:cNvSpPr>
            <a:spLocks xmlns:a="http://schemas.openxmlformats.org/drawingml/2006/main" noGrp="1"/>
          </p:cNvSpPr>
          <p:nvPr/>
        </p:nvSpPr>
        <p:spPr>
          <a:xfrm xmlns:a="http://schemas.openxmlformats.org/drawingml/2006/main">
            <a:off x="7200900" y="1724025"/>
            <a:ext cx="1905000" cy="1200150"/>
          </a:xfrm>
          <a:prstGeom xmlns:a="http://schemas.openxmlformats.org/drawingml/2006/main" prst="roundRect">
            <a:avLst>
              <a:gd name="adj" fmla="val 6349"/>
            </a:avLst>
          </a:prstGeom>
          <a:solidFill xmlns:a="http://schemas.openxmlformats.org/drawingml/2006/main">
            <a:srgbClr val="0B1D33"/>
          </a:solidFill>
          <a:ln xmlns:a="http://schemas.openxmlformats.org/drawingml/2006/main" w="14288">
            <a:solidFill>
              <a:srgbClr val="2F76FF"/>
            </a:solidFill>
          </a:ln>
        </p:spPr>
      </p:sp>
      <p:sp>
        <p:nvSpPr>
          <p:cNvPr id="15" name="">
            <a:extLst xmlns:a="http://schemas.openxmlformats.org/drawingml/2006/main">
              <a:ext uri="{FF2B5EF4-FFF2-40B4-BE49-F238E27FC236}">
                <a16:creationId xmlns:a16="http://schemas.microsoft.com/office/drawing/2014/main" id="{87817731-744C-4B41-902D-8AB64B0307B9}"/>
              </a:ext>
            </a:extLst>
          </p:cNvPr>
          <p:cNvSpPr>
            <a:spLocks xmlns:a="http://schemas.openxmlformats.org/drawingml/2006/main" noGrp="1"/>
          </p:cNvSpPr>
          <p:nvPr/>
        </p:nvSpPr>
        <p:spPr>
          <a:xfrm xmlns:a="http://schemas.openxmlformats.org/drawingml/2006/main">
            <a:off x="7315200" y="1885950"/>
            <a:ext cx="1676400" cy="3619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2F76FF"/>
                </a:solidFill>
                <a:latin typeface="DejaVu Sans"/>
                <a:ea typeface="DejaVu Sans"/>
                <a:cs typeface="DejaVu Sans"/>
              </a:defRPr>
            </a:pPr>
            <a:r>
              <a:rPr sz="1650" b="1">
                <a:solidFill>
                  <a:srgbClr val="2F76FF"/>
                </a:solidFill>
                <a:latin typeface="DejaVu Sans"/>
                <a:ea typeface="DejaVu Sans"/>
                <a:cs typeface="DejaVu Sans"/>
              </a:rPr>
              <a:t>FlexRay</a:t>
            </a:r>
          </a:p>
        </p:txBody>
      </p:sp>
      <p:sp>
        <p:nvSpPr>
          <p:cNvPr id="16" name="">
            <a:extLst xmlns:a="http://schemas.openxmlformats.org/drawingml/2006/main">
              <a:ext uri="{FF2B5EF4-FFF2-40B4-BE49-F238E27FC236}">
                <a16:creationId xmlns:a16="http://schemas.microsoft.com/office/drawing/2014/main" id="{185FA6FF-ED12-4412-AACB-0F9D72C6C368}"/>
              </a:ext>
            </a:extLst>
          </p:cNvPr>
          <p:cNvSpPr>
            <a:spLocks xmlns:a="http://schemas.openxmlformats.org/drawingml/2006/main" noGrp="1"/>
          </p:cNvSpPr>
          <p:nvPr/>
        </p:nvSpPr>
        <p:spPr>
          <a:xfrm xmlns:a="http://schemas.openxmlformats.org/drawingml/2006/main">
            <a:off x="7315200" y="2333625"/>
            <a:ext cx="1676400" cy="3810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χρονικά κρίσιμα</a:t>
            </a:r>
          </a:p>
        </p:txBody>
      </p:sp>
      <p:sp>
        <p:nvSpPr>
          <p:cNvPr id="17" name="">
            <a:extLst xmlns:a="http://schemas.openxmlformats.org/drawingml/2006/main">
              <a:ext uri="{FF2B5EF4-FFF2-40B4-BE49-F238E27FC236}">
                <a16:creationId xmlns:a16="http://schemas.microsoft.com/office/drawing/2014/main" id="{C1659CB7-7383-4A0B-91D8-C9A28C3251F8}"/>
              </a:ext>
            </a:extLst>
          </p:cNvPr>
          <p:cNvSpPr>
            <a:spLocks xmlns:a="http://schemas.openxmlformats.org/drawingml/2006/main" noGrp="1"/>
          </p:cNvSpPr>
          <p:nvPr/>
        </p:nvSpPr>
        <p:spPr>
          <a:xfrm xmlns:a="http://schemas.openxmlformats.org/drawingml/2006/main">
            <a:off x="9391650" y="1724025"/>
            <a:ext cx="1905000" cy="1200150"/>
          </a:xfrm>
          <a:prstGeom xmlns:a="http://schemas.openxmlformats.org/drawingml/2006/main" prst="roundRect">
            <a:avLst>
              <a:gd name="adj" fmla="val 6349"/>
            </a:avLst>
          </a:prstGeom>
          <a:solidFill xmlns:a="http://schemas.openxmlformats.org/drawingml/2006/main">
            <a:srgbClr val="0B1D33"/>
          </a:solidFill>
          <a:ln xmlns:a="http://schemas.openxmlformats.org/drawingml/2006/main" w="14288">
            <a:solidFill>
              <a:srgbClr val="20C5E8"/>
            </a:solidFill>
          </a:ln>
        </p:spPr>
      </p:sp>
      <p:sp>
        <p:nvSpPr>
          <p:cNvPr id="18" name="">
            <a:extLst xmlns:a="http://schemas.openxmlformats.org/drawingml/2006/main">
              <a:ext uri="{FF2B5EF4-FFF2-40B4-BE49-F238E27FC236}">
                <a16:creationId xmlns:a16="http://schemas.microsoft.com/office/drawing/2014/main" id="{D6F95C9B-DDFC-4526-B0AA-9B523CA5A4C7}"/>
              </a:ext>
            </a:extLst>
          </p:cNvPr>
          <p:cNvSpPr>
            <a:spLocks xmlns:a="http://schemas.openxmlformats.org/drawingml/2006/main" noGrp="1"/>
          </p:cNvSpPr>
          <p:nvPr/>
        </p:nvSpPr>
        <p:spPr>
          <a:xfrm xmlns:a="http://schemas.openxmlformats.org/drawingml/2006/main">
            <a:off x="9505950" y="1885950"/>
            <a:ext cx="1676400" cy="3619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20C5E8"/>
                </a:solidFill>
                <a:latin typeface="DejaVu Sans"/>
                <a:ea typeface="DejaVu Sans"/>
                <a:cs typeface="DejaVu Sans"/>
              </a:defRPr>
            </a:pPr>
            <a:r>
              <a:rPr sz="1650" b="1">
                <a:solidFill>
                  <a:srgbClr val="20C5E8"/>
                </a:solidFill>
                <a:latin typeface="DejaVu Sans"/>
                <a:ea typeface="DejaVu Sans"/>
                <a:cs typeface="DejaVu Sans"/>
              </a:rPr>
              <a:t>Ethernet</a:t>
            </a:r>
          </a:p>
        </p:txBody>
      </p:sp>
      <p:sp>
        <p:nvSpPr>
          <p:cNvPr id="19" name="">
            <a:extLst xmlns:a="http://schemas.openxmlformats.org/drawingml/2006/main">
              <a:ext uri="{FF2B5EF4-FFF2-40B4-BE49-F238E27FC236}">
                <a16:creationId xmlns:a16="http://schemas.microsoft.com/office/drawing/2014/main" id="{B5741E71-3DFF-4856-A752-FC02BAB25196}"/>
              </a:ext>
            </a:extLst>
          </p:cNvPr>
          <p:cNvSpPr>
            <a:spLocks xmlns:a="http://schemas.openxmlformats.org/drawingml/2006/main" noGrp="1"/>
          </p:cNvSpPr>
          <p:nvPr/>
        </p:nvSpPr>
        <p:spPr>
          <a:xfrm xmlns:a="http://schemas.openxmlformats.org/drawingml/2006/main">
            <a:off x="9505950" y="2333625"/>
            <a:ext cx="1676400" cy="3810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υψηλός όγκος δεδομένων</a:t>
            </a:r>
          </a:p>
        </p:txBody>
      </p:sp>
      <p:sp>
        <p:nvSpPr>
          <p:cNvPr id="20" name="">
            <a:extLst xmlns:a="http://schemas.openxmlformats.org/drawingml/2006/main">
              <a:ext uri="{FF2B5EF4-FFF2-40B4-BE49-F238E27FC236}">
                <a16:creationId xmlns:a16="http://schemas.microsoft.com/office/drawing/2014/main" id="{85CD179F-851E-4E4A-92FE-BB390832D0D9}"/>
              </a:ext>
            </a:extLst>
          </p:cNvPr>
          <p:cNvSpPr>
            <a:spLocks xmlns:a="http://schemas.openxmlformats.org/drawingml/2006/main" noGrp="1"/>
          </p:cNvSpPr>
          <p:nvPr/>
        </p:nvSpPr>
        <p:spPr>
          <a:xfrm xmlns:a="http://schemas.openxmlformats.org/drawingml/2006/main">
            <a:off x="628650" y="3352800"/>
            <a:ext cx="10668000" cy="2133600"/>
          </a:xfrm>
          <a:prstGeom xmlns:a="http://schemas.openxmlformats.org/drawingml/2006/main" prst="roundRect">
            <a:avLst>
              <a:gd name="adj" fmla="val 3571"/>
            </a:avLst>
          </a:prstGeom>
          <a:solidFill xmlns:a="http://schemas.openxmlformats.org/drawingml/2006/main">
            <a:srgbClr val="0B1D33"/>
          </a:solidFill>
          <a:ln xmlns:a="http://schemas.openxmlformats.org/drawingml/2006/main" w="14288">
            <a:solidFill>
              <a:srgbClr val="1A4662"/>
            </a:solidFill>
          </a:ln>
        </p:spPr>
      </p:sp>
      <p:sp>
        <p:nvSpPr>
          <p:cNvPr id="21" name="">
            <a:extLst xmlns:a="http://schemas.openxmlformats.org/drawingml/2006/main">
              <a:ext uri="{FF2B5EF4-FFF2-40B4-BE49-F238E27FC236}">
                <a16:creationId xmlns:a16="http://schemas.microsoft.com/office/drawing/2014/main" id="{DD748C1C-8DD7-496B-BD37-31E8A0BA6AC5}"/>
              </a:ext>
            </a:extLst>
          </p:cNvPr>
          <p:cNvSpPr>
            <a:spLocks xmlns:a="http://schemas.openxmlformats.org/drawingml/2006/main" noGrp="1"/>
          </p:cNvSpPr>
          <p:nvPr/>
        </p:nvSpPr>
        <p:spPr>
          <a:xfrm xmlns:a="http://schemas.openxmlformats.org/drawingml/2006/main">
            <a:off x="952500" y="3638550"/>
            <a:ext cx="4762500" cy="4191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7FAFD"/>
                </a:solidFill>
                <a:latin typeface="DejaVu Sans"/>
                <a:ea typeface="DejaVu Sans"/>
                <a:cs typeface="DejaVu Sans"/>
              </a:defRPr>
            </a:pPr>
            <a:r>
              <a:rPr sz="1875" b="1">
                <a:solidFill>
                  <a:srgbClr val="F7FAFD"/>
                </a:solidFill>
                <a:latin typeface="DejaVu Sans"/>
                <a:ea typeface="DejaVu Sans"/>
                <a:cs typeface="DejaVu Sans"/>
              </a:rPr>
              <a:t>Δεν αποστηθίζουμε ονόματα.</a:t>
            </a:r>
          </a:p>
        </p:txBody>
      </p:sp>
      <p:sp>
        <p:nvSpPr>
          <p:cNvPr id="22" name="">
            <a:extLst xmlns:a="http://schemas.openxmlformats.org/drawingml/2006/main">
              <a:ext uri="{FF2B5EF4-FFF2-40B4-BE49-F238E27FC236}">
                <a16:creationId xmlns:a16="http://schemas.microsoft.com/office/drawing/2014/main" id="{554CFD38-B5A6-4B1A-8472-C2B6572C73D3}"/>
              </a:ext>
            </a:extLst>
          </p:cNvPr>
          <p:cNvSpPr>
            <a:spLocks xmlns:a="http://schemas.openxmlformats.org/drawingml/2006/main" noGrp="1"/>
          </p:cNvSpPr>
          <p:nvPr/>
        </p:nvSpPr>
        <p:spPr>
          <a:xfrm xmlns:a="http://schemas.openxmlformats.org/drawingml/2006/main">
            <a:off x="952500" y="4114800"/>
            <a:ext cx="476250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9CADC2"/>
                </a:solidFill>
                <a:latin typeface="DejaVu Sans"/>
                <a:ea typeface="DejaVu Sans"/>
                <a:cs typeface="DejaVu Sans"/>
              </a:defRPr>
            </a:pPr>
            <a:r>
              <a:rPr sz="1200" b="0">
                <a:solidFill>
                  <a:srgbClr val="9CADC2"/>
                </a:solidFill>
                <a:latin typeface="DejaVu Sans"/>
                <a:ea typeface="DejaVu Sans"/>
                <a:cs typeface="DejaVu Sans"/>
              </a:rPr>
              <a:t>Συγκρίνουμε κάθε δίκτυο με βάση:</a:t>
            </a:r>
          </a:p>
        </p:txBody>
      </p:sp>
      <p:sp>
        <p:nvSpPr>
          <p:cNvPr id="23" name="">
            <a:extLst xmlns:a="http://schemas.openxmlformats.org/drawingml/2006/main">
              <a:ext uri="{FF2B5EF4-FFF2-40B4-BE49-F238E27FC236}">
                <a16:creationId xmlns:a16="http://schemas.microsoft.com/office/drawing/2014/main" id="{F4159F9C-E4F6-4E96-9C54-B6B15340D74F}"/>
              </a:ext>
            </a:extLst>
          </p:cNvPr>
          <p:cNvSpPr>
            <a:spLocks xmlns:a="http://schemas.openxmlformats.org/drawingml/2006/main" noGrp="1"/>
          </p:cNvSpPr>
          <p:nvPr/>
        </p:nvSpPr>
        <p:spPr>
          <a:xfrm xmlns:a="http://schemas.openxmlformats.org/drawingml/2006/main">
            <a:off x="6267450" y="3667125"/>
            <a:ext cx="184785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1430">
            <a:solidFill>
              <a:srgbClr val="8068D8"/>
            </a:solidFill>
          </a:ln>
        </p:spPr>
      </p:sp>
      <p:sp>
        <p:nvSpPr>
          <p:cNvPr id="24" name="">
            <a:extLst xmlns:a="http://schemas.openxmlformats.org/drawingml/2006/main">
              <a:ext uri="{FF2B5EF4-FFF2-40B4-BE49-F238E27FC236}">
                <a16:creationId xmlns:a16="http://schemas.microsoft.com/office/drawing/2014/main" id="{24C626D3-B9CA-4CA3-B7EC-C04F1A576C64}"/>
              </a:ext>
            </a:extLst>
          </p:cNvPr>
          <p:cNvSpPr>
            <a:spLocks xmlns:a="http://schemas.openxmlformats.org/drawingml/2006/main" noGrp="1"/>
          </p:cNvSpPr>
          <p:nvPr/>
        </p:nvSpPr>
        <p:spPr>
          <a:xfrm xmlns:a="http://schemas.openxmlformats.org/drawingml/2006/main">
            <a:off x="6267450" y="3667125"/>
            <a:ext cx="184785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7FAFD"/>
                </a:solidFill>
                <a:latin typeface="DejaVu Sans"/>
                <a:ea typeface="DejaVu Sans"/>
                <a:cs typeface="DejaVu Sans"/>
              </a:defRPr>
            </a:pPr>
            <a:r>
              <a:rPr sz="1200" b="1">
                <a:solidFill>
                  <a:srgbClr val="F7FAFD"/>
                </a:solidFill>
                <a:latin typeface="DejaVu Sans"/>
                <a:ea typeface="DejaVu Sans"/>
                <a:cs typeface="DejaVu Sans"/>
              </a:rPr>
              <a:t>ταχύτητα</a:t>
            </a:r>
          </a:p>
        </p:txBody>
      </p:sp>
      <p:sp>
        <p:nvSpPr>
          <p:cNvPr id="25" name="">
            <a:extLst xmlns:a="http://schemas.openxmlformats.org/drawingml/2006/main">
              <a:ext uri="{FF2B5EF4-FFF2-40B4-BE49-F238E27FC236}">
                <a16:creationId xmlns:a16="http://schemas.microsoft.com/office/drawing/2014/main" id="{6C3C821E-B7D8-4B70-8EFC-FD0A1CDAC1FC}"/>
              </a:ext>
            </a:extLst>
          </p:cNvPr>
          <p:cNvSpPr>
            <a:spLocks xmlns:a="http://schemas.openxmlformats.org/drawingml/2006/main" noGrp="1"/>
          </p:cNvSpPr>
          <p:nvPr/>
        </p:nvSpPr>
        <p:spPr>
          <a:xfrm xmlns:a="http://schemas.openxmlformats.org/drawingml/2006/main">
            <a:off x="8401050" y="3667125"/>
            <a:ext cx="184785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1430">
            <a:solidFill>
              <a:srgbClr val="8068D8"/>
            </a:solidFill>
          </a:ln>
        </p:spPr>
      </p:sp>
      <p:sp>
        <p:nvSpPr>
          <p:cNvPr id="26" name="">
            <a:extLst xmlns:a="http://schemas.openxmlformats.org/drawingml/2006/main">
              <a:ext uri="{FF2B5EF4-FFF2-40B4-BE49-F238E27FC236}">
                <a16:creationId xmlns:a16="http://schemas.microsoft.com/office/drawing/2014/main" id="{38A71E76-2E4E-4B21-B936-57232A090F2B}"/>
              </a:ext>
            </a:extLst>
          </p:cNvPr>
          <p:cNvSpPr>
            <a:spLocks xmlns:a="http://schemas.openxmlformats.org/drawingml/2006/main" noGrp="1"/>
          </p:cNvSpPr>
          <p:nvPr/>
        </p:nvSpPr>
        <p:spPr>
          <a:xfrm xmlns:a="http://schemas.openxmlformats.org/drawingml/2006/main">
            <a:off x="8401050" y="3667125"/>
            <a:ext cx="184785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7FAFD"/>
                </a:solidFill>
                <a:latin typeface="DejaVu Sans"/>
                <a:ea typeface="DejaVu Sans"/>
                <a:cs typeface="DejaVu Sans"/>
              </a:defRPr>
            </a:pPr>
            <a:r>
              <a:rPr sz="1200" b="1">
                <a:solidFill>
                  <a:srgbClr val="F7FAFD"/>
                </a:solidFill>
                <a:latin typeface="DejaVu Sans"/>
                <a:ea typeface="DejaVu Sans"/>
                <a:cs typeface="DejaVu Sans"/>
              </a:rPr>
              <a:t>κόστος</a:t>
            </a:r>
          </a:p>
        </p:txBody>
      </p:sp>
      <p:sp>
        <p:nvSpPr>
          <p:cNvPr id="27" name="">
            <a:extLst xmlns:a="http://schemas.openxmlformats.org/drawingml/2006/main">
              <a:ext uri="{FF2B5EF4-FFF2-40B4-BE49-F238E27FC236}">
                <a16:creationId xmlns:a16="http://schemas.microsoft.com/office/drawing/2014/main" id="{B2E406F9-6E04-43A1-AB6D-FE5A739F2FE0}"/>
              </a:ext>
            </a:extLst>
          </p:cNvPr>
          <p:cNvSpPr>
            <a:spLocks xmlns:a="http://schemas.openxmlformats.org/drawingml/2006/main" noGrp="1"/>
          </p:cNvSpPr>
          <p:nvPr/>
        </p:nvSpPr>
        <p:spPr>
          <a:xfrm xmlns:a="http://schemas.openxmlformats.org/drawingml/2006/main">
            <a:off x="6267450" y="4391025"/>
            <a:ext cx="184785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1430">
            <a:solidFill>
              <a:srgbClr val="8068D8"/>
            </a:solidFill>
          </a:ln>
        </p:spPr>
      </p:sp>
      <p:sp>
        <p:nvSpPr>
          <p:cNvPr id="28" name="">
            <a:extLst xmlns:a="http://schemas.openxmlformats.org/drawingml/2006/main">
              <a:ext uri="{FF2B5EF4-FFF2-40B4-BE49-F238E27FC236}">
                <a16:creationId xmlns:a16="http://schemas.microsoft.com/office/drawing/2014/main" id="{9737156F-9A5F-496C-81BD-5A0BAE610F7F}"/>
              </a:ext>
            </a:extLst>
          </p:cNvPr>
          <p:cNvSpPr>
            <a:spLocks xmlns:a="http://schemas.openxmlformats.org/drawingml/2006/main" noGrp="1"/>
          </p:cNvSpPr>
          <p:nvPr/>
        </p:nvSpPr>
        <p:spPr>
          <a:xfrm xmlns:a="http://schemas.openxmlformats.org/drawingml/2006/main">
            <a:off x="6267450" y="4391025"/>
            <a:ext cx="184785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7FAFD"/>
                </a:solidFill>
                <a:latin typeface="DejaVu Sans"/>
                <a:ea typeface="DejaVu Sans"/>
                <a:cs typeface="DejaVu Sans"/>
              </a:defRPr>
            </a:pPr>
            <a:r>
              <a:rPr sz="1200" b="1">
                <a:solidFill>
                  <a:srgbClr val="F7FAFD"/>
                </a:solidFill>
                <a:latin typeface="DejaVu Sans"/>
                <a:ea typeface="DejaVu Sans"/>
                <a:cs typeface="DejaVu Sans"/>
              </a:rPr>
              <a:t>πολυπλοκότητα</a:t>
            </a:r>
          </a:p>
        </p:txBody>
      </p:sp>
      <p:sp>
        <p:nvSpPr>
          <p:cNvPr id="29" name="">
            <a:extLst xmlns:a="http://schemas.openxmlformats.org/drawingml/2006/main">
              <a:ext uri="{FF2B5EF4-FFF2-40B4-BE49-F238E27FC236}">
                <a16:creationId xmlns:a16="http://schemas.microsoft.com/office/drawing/2014/main" id="{BE6E1191-FB1C-49F6-8436-6D9E426396A2}"/>
              </a:ext>
            </a:extLst>
          </p:cNvPr>
          <p:cNvSpPr>
            <a:spLocks xmlns:a="http://schemas.openxmlformats.org/drawingml/2006/main" noGrp="1"/>
          </p:cNvSpPr>
          <p:nvPr/>
        </p:nvSpPr>
        <p:spPr>
          <a:xfrm xmlns:a="http://schemas.openxmlformats.org/drawingml/2006/main">
            <a:off x="8401050" y="4391025"/>
            <a:ext cx="184785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1430">
            <a:solidFill>
              <a:srgbClr val="8068D8"/>
            </a:solidFill>
          </a:ln>
        </p:spPr>
      </p:sp>
      <p:sp>
        <p:nvSpPr>
          <p:cNvPr id="30" name="">
            <a:extLst xmlns:a="http://schemas.openxmlformats.org/drawingml/2006/main">
              <a:ext uri="{FF2B5EF4-FFF2-40B4-BE49-F238E27FC236}">
                <a16:creationId xmlns:a16="http://schemas.microsoft.com/office/drawing/2014/main" id="{04629693-6893-42A8-A610-77A4F8FFB7FD}"/>
              </a:ext>
            </a:extLst>
          </p:cNvPr>
          <p:cNvSpPr>
            <a:spLocks xmlns:a="http://schemas.openxmlformats.org/drawingml/2006/main" noGrp="1"/>
          </p:cNvSpPr>
          <p:nvPr/>
        </p:nvSpPr>
        <p:spPr>
          <a:xfrm xmlns:a="http://schemas.openxmlformats.org/drawingml/2006/main">
            <a:off x="8401050" y="4391025"/>
            <a:ext cx="184785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7FAFD"/>
                </a:solidFill>
                <a:latin typeface="DejaVu Sans"/>
                <a:ea typeface="DejaVu Sans"/>
                <a:cs typeface="DejaVu Sans"/>
              </a:defRPr>
            </a:pPr>
            <a:r>
              <a:rPr sz="1200" b="1">
                <a:solidFill>
                  <a:srgbClr val="F7FAFD"/>
                </a:solidFill>
                <a:latin typeface="DejaVu Sans"/>
                <a:ea typeface="DejaVu Sans"/>
                <a:cs typeface="DejaVu Sans"/>
              </a:rPr>
              <a:t>χρήση</a:t>
            </a:r>
          </a:p>
        </p:txBody>
      </p:sp>
      <p:sp>
        <p:nvSpPr>
          <p:cNvPr id="31" name="">
            <a:extLst xmlns:a="http://schemas.openxmlformats.org/drawingml/2006/main">
              <a:ext uri="{FF2B5EF4-FFF2-40B4-BE49-F238E27FC236}">
                <a16:creationId xmlns:a16="http://schemas.microsoft.com/office/drawing/2014/main" id="{17B2E664-4C41-4D62-92BA-48BC1998EB08}"/>
              </a:ext>
            </a:extLst>
          </p:cNvPr>
          <p:cNvSpPr>
            <a:spLocks xmlns:a="http://schemas.openxmlformats.org/drawingml/2006/main" noGrp="1"/>
          </p:cNvSpPr>
          <p:nvPr/>
        </p:nvSpPr>
        <p:spPr>
          <a:xfrm xmlns:a="http://schemas.openxmlformats.org/drawingml/2006/main">
            <a:off x="609600" y="6477000"/>
            <a:ext cx="44767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l">
              <a:defRPr sz="788" b="0">
                <a:solidFill>
                  <a:srgbClr val="9CADC2"/>
                </a:solidFill>
                <a:latin typeface="DejaVu Sans"/>
                <a:ea typeface="DejaVu Sans"/>
                <a:cs typeface="DejaVu Sans"/>
              </a:defRPr>
            </a:pPr>
            <a:r>
              <a:rPr sz="788" b="0">
                <a:solidFill>
                  <a:srgbClr val="9CADC2"/>
                </a:solidFill>
                <a:latin typeface="DejaVu Sans"/>
                <a:ea typeface="DejaVu Sans"/>
                <a:cs typeface="DejaVu Sans"/>
              </a:rPr>
              <a:t>Δίκτυα και Επικοινωνία Οχημάτων</a:t>
            </a:r>
          </a:p>
        </p:txBody>
      </p:sp>
      <p:sp>
        <p:nvSpPr>
          <p:cNvPr id="32" name="">
            <a:extLst xmlns:a="http://schemas.openxmlformats.org/drawingml/2006/main">
              <a:ext uri="{FF2B5EF4-FFF2-40B4-BE49-F238E27FC236}">
                <a16:creationId xmlns:a16="http://schemas.microsoft.com/office/drawing/2014/main" id="{45C68125-56AC-41D2-9E6E-021F5EAFC157}"/>
              </a:ext>
            </a:extLst>
          </p:cNvPr>
          <p:cNvSpPr>
            <a:spLocks xmlns:a="http://schemas.openxmlformats.org/drawingml/2006/main" noGrp="1"/>
          </p:cNvSpPr>
          <p:nvPr/>
        </p:nvSpPr>
        <p:spPr>
          <a:xfrm xmlns:a="http://schemas.openxmlformats.org/drawingml/2006/main">
            <a:off x="11049000" y="6477000"/>
            <a:ext cx="5143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r">
              <a:defRPr sz="788" b="1">
                <a:solidFill>
                  <a:srgbClr val="9CADC2"/>
                </a:solidFill>
                <a:latin typeface="DejaVu Sans"/>
                <a:ea typeface="DejaVu Sans"/>
                <a:cs typeface="DejaVu Sans"/>
              </a:defRPr>
            </a:pPr>
            <a:r>
              <a:rPr sz="788" b="1">
                <a:solidFill>
                  <a:srgbClr val="9CADC2"/>
                </a:solidFill>
                <a:latin typeface="DejaVu Sans"/>
                <a:ea typeface="DejaVu Sans"/>
                <a:cs typeface="DejaVu Sans"/>
              </a:rPr>
              <a:t>07</a:t>
            </a:r>
          </a:p>
        </p:txBody>
      </p:sp>
    </p:spTree>
    <p:extLst>
      <p:ext uri="{BB962C8B-B14F-4D97-AF65-F5344CB8AC3E}">
        <p14:creationId xmlns:p14="http://schemas.microsoft.com/office/powerpoint/2010/main" val="14659759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3EC002E-FFD6-4474-8A52-CC2605153C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A"/>
          </a:solidFill>
          <a:ln xmlns:a="http://schemas.openxmlformats.org/drawingml/2006/main" w="0">
            <a:solidFill>
              <a:srgbClr val="F4F7FA"/>
            </a:solidFill>
          </a:ln>
        </p:spPr>
      </p:sp>
      <p:sp>
        <p:nvSpPr>
          <p:cNvPr id="2" name="">
            <a:extLst xmlns:a="http://schemas.openxmlformats.org/drawingml/2006/main">
              <a:ext uri="{FF2B5EF4-FFF2-40B4-BE49-F238E27FC236}">
                <a16:creationId xmlns:a16="http://schemas.microsoft.com/office/drawing/2014/main" id="{23B70549-7196-4677-B8AB-07DB9455790C}"/>
              </a:ext>
            </a:extLst>
          </p:cNvPr>
          <p:cNvSpPr>
            <a:spLocks xmlns:a="http://schemas.openxmlformats.org/drawingml/2006/main" noGrp="1"/>
          </p:cNvSpPr>
          <p:nvPr/>
        </p:nvSpPr>
        <p:spPr>
          <a:xfrm xmlns:a="http://schemas.openxmlformats.org/drawingml/2006/main">
            <a:off x="609600" y="209550"/>
            <a:ext cx="590550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FFB000"/>
                </a:solidFill>
                <a:latin typeface="DejaVu Sans"/>
                <a:ea typeface="DejaVu Sans"/>
                <a:cs typeface="DejaVu Sans"/>
              </a:defRPr>
            </a:pPr>
            <a:r>
              <a:rPr sz="900" b="1">
                <a:solidFill>
                  <a:srgbClr val="FFB000"/>
                </a:solidFill>
                <a:latin typeface="DejaVu Sans"/>
                <a:ea typeface="DejaVu Sans"/>
                <a:cs typeface="DejaVu Sans"/>
              </a:rPr>
              <a:t>07 · ΜΑΘΉΜΑΤΑ 11–13</a:t>
            </a:r>
          </a:p>
        </p:txBody>
      </p:sp>
      <p:sp>
        <p:nvSpPr>
          <p:cNvPr id="3" name="">
            <a:extLst xmlns:a="http://schemas.openxmlformats.org/drawingml/2006/main">
              <a:ext uri="{FF2B5EF4-FFF2-40B4-BE49-F238E27FC236}">
                <a16:creationId xmlns:a16="http://schemas.microsoft.com/office/drawing/2014/main" id="{3B1BB52A-4ED4-4AEF-A61E-FBFF7CD03674}"/>
              </a:ext>
            </a:extLst>
          </p:cNvPr>
          <p:cNvSpPr>
            <a:spLocks xmlns:a="http://schemas.openxmlformats.org/drawingml/2006/main" noGrp="1"/>
          </p:cNvSpPr>
          <p:nvPr/>
        </p:nvSpPr>
        <p:spPr>
          <a:xfrm xmlns:a="http://schemas.openxmlformats.org/drawingml/2006/main">
            <a:off x="609600" y="466725"/>
            <a:ext cx="10858500" cy="647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071426"/>
                </a:solidFill>
                <a:latin typeface="DejaVu Sans"/>
                <a:ea typeface="DejaVu Sans"/>
                <a:cs typeface="DejaVu Sans"/>
              </a:defRPr>
            </a:pPr>
            <a:r>
              <a:rPr sz="2925" b="1">
                <a:solidFill>
                  <a:srgbClr val="071426"/>
                </a:solidFill>
                <a:latin typeface="DejaVu Sans"/>
                <a:ea typeface="DejaVu Sans"/>
                <a:cs typeface="DejaVu Sans"/>
              </a:rPr>
              <a:t>Ενότητα 4 — OBD και διάγνωση</a:t>
            </a:r>
          </a:p>
        </p:txBody>
      </p:sp>
      <p:sp>
        <p:nvSpPr>
          <p:cNvPr id="4" name="">
            <a:extLst xmlns:a="http://schemas.openxmlformats.org/drawingml/2006/main">
              <a:ext uri="{FF2B5EF4-FFF2-40B4-BE49-F238E27FC236}">
                <a16:creationId xmlns:a16="http://schemas.microsoft.com/office/drawing/2014/main" id="{49E01BCD-A958-4A6C-8BD4-6C7399F46279}"/>
              </a:ext>
            </a:extLst>
          </p:cNvPr>
          <p:cNvSpPr>
            <a:spLocks xmlns:a="http://schemas.openxmlformats.org/drawingml/2006/main" noGrp="1"/>
          </p:cNvSpPr>
          <p:nvPr/>
        </p:nvSpPr>
        <p:spPr>
          <a:xfrm xmlns:a="http://schemas.openxmlformats.org/drawingml/2006/main">
            <a:off x="609600" y="1200150"/>
            <a:ext cx="781050" cy="47625"/>
          </a:xfrm>
          <a:prstGeom xmlns:a="http://schemas.openxmlformats.org/drawingml/2006/main" prst="rect">
            <a:avLst/>
          </a:prstGeom>
          <a:solidFill xmlns:a="http://schemas.openxmlformats.org/drawingml/2006/main">
            <a:srgbClr val="FFB000"/>
          </a:solidFill>
          <a:ln xmlns:a="http://schemas.openxmlformats.org/drawingml/2006/main" w="0">
            <a:solidFill>
              <a:srgbClr val="FFB000"/>
            </a:solidFill>
          </a:ln>
        </p:spPr>
      </p:sp>
      <p:sp>
        <p:nvSpPr>
          <p:cNvPr id="5" name="">
            <a:extLst xmlns:a="http://schemas.openxmlformats.org/drawingml/2006/main">
              <a:ext uri="{FF2B5EF4-FFF2-40B4-BE49-F238E27FC236}">
                <a16:creationId xmlns:a16="http://schemas.microsoft.com/office/drawing/2014/main" id="{303822CF-89FC-4CC8-9FEB-DD9B0DE26489}"/>
              </a:ext>
            </a:extLst>
          </p:cNvPr>
          <p:cNvSpPr>
            <a:spLocks xmlns:a="http://schemas.openxmlformats.org/drawingml/2006/main" noGrp="1"/>
          </p:cNvSpPr>
          <p:nvPr/>
        </p:nvSpPr>
        <p:spPr>
          <a:xfrm xmlns:a="http://schemas.openxmlformats.org/drawingml/2006/main">
            <a:off x="628650" y="1581150"/>
            <a:ext cx="657225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4288">
            <a:solidFill>
              <a:srgbClr val="C9D5E3"/>
            </a:solidFill>
          </a:ln>
        </p:spPr>
      </p:sp>
      <p:sp>
        <p:nvSpPr>
          <p:cNvPr id="6" name="">
            <a:extLst xmlns:a="http://schemas.openxmlformats.org/drawingml/2006/main">
              <a:ext uri="{FF2B5EF4-FFF2-40B4-BE49-F238E27FC236}">
                <a16:creationId xmlns:a16="http://schemas.microsoft.com/office/drawing/2014/main" id="{B8ED5069-B345-42CB-8966-84C7327472F8}"/>
              </a:ext>
            </a:extLst>
          </p:cNvPr>
          <p:cNvSpPr>
            <a:spLocks xmlns:a="http://schemas.openxmlformats.org/drawingml/2006/main" noGrp="1"/>
          </p:cNvSpPr>
          <p:nvPr/>
        </p:nvSpPr>
        <p:spPr>
          <a:xfrm xmlns:a="http://schemas.openxmlformats.org/drawingml/2006/main">
            <a:off x="628650" y="1581150"/>
            <a:ext cx="85725" cy="1009650"/>
          </a:xfrm>
          <a:prstGeom xmlns:a="http://schemas.openxmlformats.org/drawingml/2006/main" prst="roundRect">
            <a:avLst>
              <a:gd name="adj" fmla="val 50000"/>
            </a:avLst>
          </a:prstGeom>
          <a:solidFill xmlns:a="http://schemas.openxmlformats.org/drawingml/2006/main">
            <a:srgbClr val="FFB000"/>
          </a:solidFill>
          <a:ln xmlns:a="http://schemas.openxmlformats.org/drawingml/2006/main" w="0">
            <a:solidFill>
              <a:srgbClr val="FFB000"/>
            </a:solidFill>
          </a:ln>
        </p:spPr>
      </p:sp>
      <p:sp>
        <p:nvSpPr>
          <p:cNvPr id="7" name="">
            <a:extLst xmlns:a="http://schemas.openxmlformats.org/drawingml/2006/main">
              <a:ext uri="{FF2B5EF4-FFF2-40B4-BE49-F238E27FC236}">
                <a16:creationId xmlns:a16="http://schemas.microsoft.com/office/drawing/2014/main" id="{9289FBBF-CBD5-42E8-939B-19C96F37269A}"/>
              </a:ext>
            </a:extLst>
          </p:cNvPr>
          <p:cNvSpPr>
            <a:spLocks xmlns:a="http://schemas.openxmlformats.org/drawingml/2006/main" noGrp="1"/>
          </p:cNvSpPr>
          <p:nvPr/>
        </p:nvSpPr>
        <p:spPr>
          <a:xfrm xmlns:a="http://schemas.openxmlformats.org/drawingml/2006/main">
            <a:off x="866775" y="1790700"/>
            <a:ext cx="514350" cy="323850"/>
          </a:xfrm>
          <a:prstGeom xmlns:a="http://schemas.openxmlformats.org/drawingml/2006/main" prst="roundRect">
            <a:avLst>
              <a:gd name="adj" fmla="val 23529"/>
            </a:avLst>
          </a:prstGeom>
          <a:solidFill xmlns:a="http://schemas.openxmlformats.org/drawingml/2006/main">
            <a:srgbClr val="F4F7FA"/>
          </a:solidFill>
          <a:ln xmlns:a="http://schemas.openxmlformats.org/drawingml/2006/main" w="11430">
            <a:solidFill>
              <a:srgbClr val="FFB000"/>
            </a:solidFill>
          </a:ln>
        </p:spPr>
      </p:sp>
      <p:sp>
        <p:nvSpPr>
          <p:cNvPr id="8" name="">
            <a:extLst xmlns:a="http://schemas.openxmlformats.org/drawingml/2006/main">
              <a:ext uri="{FF2B5EF4-FFF2-40B4-BE49-F238E27FC236}">
                <a16:creationId xmlns:a16="http://schemas.microsoft.com/office/drawing/2014/main" id="{56F5E5AB-D00A-4D89-B0E7-D6E4EFD4DA7E}"/>
              </a:ext>
            </a:extLst>
          </p:cNvPr>
          <p:cNvSpPr>
            <a:spLocks xmlns:a="http://schemas.openxmlformats.org/drawingml/2006/main" noGrp="1"/>
          </p:cNvSpPr>
          <p:nvPr/>
        </p:nvSpPr>
        <p:spPr>
          <a:xfrm xmlns:a="http://schemas.openxmlformats.org/drawingml/2006/main">
            <a:off x="866775" y="1790700"/>
            <a:ext cx="514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B000"/>
                </a:solidFill>
                <a:latin typeface="DejaVu Sans"/>
                <a:ea typeface="DejaVu Sans"/>
                <a:cs typeface="DejaVu Sans"/>
              </a:defRPr>
            </a:pPr>
            <a:r>
              <a:rPr sz="1050" b="1">
                <a:solidFill>
                  <a:srgbClr val="FFB000"/>
                </a:solidFill>
                <a:latin typeface="DejaVu Sans"/>
                <a:ea typeface="DejaVu Sans"/>
                <a:cs typeface="DejaVu Sans"/>
              </a:rPr>
              <a:t>11</a:t>
            </a:r>
          </a:p>
        </p:txBody>
      </p:sp>
      <p:sp>
        <p:nvSpPr>
          <p:cNvPr id="9" name="">
            <a:extLst xmlns:a="http://schemas.openxmlformats.org/drawingml/2006/main">
              <a:ext uri="{FF2B5EF4-FFF2-40B4-BE49-F238E27FC236}">
                <a16:creationId xmlns:a16="http://schemas.microsoft.com/office/drawing/2014/main" id="{97496AC0-F702-458E-946A-14C33F064BCE}"/>
              </a:ext>
            </a:extLst>
          </p:cNvPr>
          <p:cNvSpPr>
            <a:spLocks xmlns:a="http://schemas.openxmlformats.org/drawingml/2006/main" noGrp="1"/>
          </p:cNvSpPr>
          <p:nvPr/>
        </p:nvSpPr>
        <p:spPr>
          <a:xfrm xmlns:a="http://schemas.openxmlformats.org/drawingml/2006/main">
            <a:off x="1543050" y="1743075"/>
            <a:ext cx="5467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426"/>
                </a:solidFill>
                <a:latin typeface="DejaVu Sans"/>
                <a:ea typeface="DejaVu Sans"/>
                <a:cs typeface="DejaVu Sans"/>
              </a:defRPr>
            </a:pPr>
            <a:r>
              <a:rPr sz="1275" b="1">
                <a:solidFill>
                  <a:srgbClr val="071426"/>
                </a:solidFill>
                <a:latin typeface="DejaVu Sans"/>
                <a:ea typeface="DejaVu Sans"/>
                <a:cs typeface="DejaVu Sans"/>
              </a:rPr>
              <a:t>OBD / EOBD / DTC</a:t>
            </a:r>
          </a:p>
        </p:txBody>
      </p:sp>
      <p:sp>
        <p:nvSpPr>
          <p:cNvPr id="10" name="">
            <a:extLst xmlns:a="http://schemas.openxmlformats.org/drawingml/2006/main">
              <a:ext uri="{FF2B5EF4-FFF2-40B4-BE49-F238E27FC236}">
                <a16:creationId xmlns:a16="http://schemas.microsoft.com/office/drawing/2014/main" id="{EA036501-7D28-44DF-9BF5-046BA58A2BF2}"/>
              </a:ext>
            </a:extLst>
          </p:cNvPr>
          <p:cNvSpPr>
            <a:spLocks xmlns:a="http://schemas.openxmlformats.org/drawingml/2006/main" noGrp="1"/>
          </p:cNvSpPr>
          <p:nvPr/>
        </p:nvSpPr>
        <p:spPr>
          <a:xfrm xmlns:a="http://schemas.openxmlformats.org/drawingml/2006/main">
            <a:off x="1543050" y="2085975"/>
            <a:ext cx="5467350" cy="3810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938" b="0">
                <a:solidFill>
                  <a:srgbClr val="53637A"/>
                </a:solidFill>
                <a:latin typeface="DejaVu Sans"/>
                <a:ea typeface="DejaVu Sans"/>
                <a:cs typeface="DejaVu Sans"/>
              </a:defRPr>
            </a:pPr>
            <a:r>
              <a:rPr sz="938" b="0">
                <a:solidFill>
                  <a:srgbClr val="53637A"/>
                </a:solidFill>
                <a:latin typeface="DejaVu Sans"/>
                <a:ea typeface="DejaVu Sans"/>
                <a:cs typeface="DejaVu Sans"/>
              </a:rPr>
              <a:t>κωδικοί και δομή βλάβης</a:t>
            </a:r>
          </a:p>
        </p:txBody>
      </p:sp>
      <p:sp>
        <p:nvSpPr>
          <p:cNvPr id="11" name="">
            <a:extLst xmlns:a="http://schemas.openxmlformats.org/drawingml/2006/main">
              <a:ext uri="{FF2B5EF4-FFF2-40B4-BE49-F238E27FC236}">
                <a16:creationId xmlns:a16="http://schemas.microsoft.com/office/drawing/2014/main" id="{7BF5C032-E6CE-4ECC-A76F-08006164F85F}"/>
              </a:ext>
            </a:extLst>
          </p:cNvPr>
          <p:cNvSpPr>
            <a:spLocks xmlns:a="http://schemas.openxmlformats.org/drawingml/2006/main" noGrp="1"/>
          </p:cNvSpPr>
          <p:nvPr/>
        </p:nvSpPr>
        <p:spPr>
          <a:xfrm xmlns:a="http://schemas.openxmlformats.org/drawingml/2006/main">
            <a:off x="628650" y="2800350"/>
            <a:ext cx="657225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4288">
            <a:solidFill>
              <a:srgbClr val="C9D5E3"/>
            </a:solidFill>
          </a:ln>
        </p:spPr>
      </p:sp>
      <p:sp>
        <p:nvSpPr>
          <p:cNvPr id="12" name="">
            <a:extLst xmlns:a="http://schemas.openxmlformats.org/drawingml/2006/main">
              <a:ext uri="{FF2B5EF4-FFF2-40B4-BE49-F238E27FC236}">
                <a16:creationId xmlns:a16="http://schemas.microsoft.com/office/drawing/2014/main" id="{6DFA0BDB-C0A9-43ED-9F98-BE376B55C52C}"/>
              </a:ext>
            </a:extLst>
          </p:cNvPr>
          <p:cNvSpPr>
            <a:spLocks xmlns:a="http://schemas.openxmlformats.org/drawingml/2006/main" noGrp="1"/>
          </p:cNvSpPr>
          <p:nvPr/>
        </p:nvSpPr>
        <p:spPr>
          <a:xfrm xmlns:a="http://schemas.openxmlformats.org/drawingml/2006/main">
            <a:off x="628650" y="2800350"/>
            <a:ext cx="85725" cy="1009650"/>
          </a:xfrm>
          <a:prstGeom xmlns:a="http://schemas.openxmlformats.org/drawingml/2006/main" prst="roundRect">
            <a:avLst>
              <a:gd name="adj" fmla="val 50000"/>
            </a:avLst>
          </a:prstGeom>
          <a:solidFill xmlns:a="http://schemas.openxmlformats.org/drawingml/2006/main">
            <a:srgbClr val="2F76FF"/>
          </a:solidFill>
          <a:ln xmlns:a="http://schemas.openxmlformats.org/drawingml/2006/main" w="0">
            <a:solidFill>
              <a:srgbClr val="2F76FF"/>
            </a:solidFill>
          </a:ln>
        </p:spPr>
      </p:sp>
      <p:sp>
        <p:nvSpPr>
          <p:cNvPr id="13" name="">
            <a:extLst xmlns:a="http://schemas.openxmlformats.org/drawingml/2006/main">
              <a:ext uri="{FF2B5EF4-FFF2-40B4-BE49-F238E27FC236}">
                <a16:creationId xmlns:a16="http://schemas.microsoft.com/office/drawing/2014/main" id="{0B584D26-8732-4FE0-9347-4160A25C9E36}"/>
              </a:ext>
            </a:extLst>
          </p:cNvPr>
          <p:cNvSpPr>
            <a:spLocks xmlns:a="http://schemas.openxmlformats.org/drawingml/2006/main" noGrp="1"/>
          </p:cNvSpPr>
          <p:nvPr/>
        </p:nvSpPr>
        <p:spPr>
          <a:xfrm xmlns:a="http://schemas.openxmlformats.org/drawingml/2006/main">
            <a:off x="866775" y="3009900"/>
            <a:ext cx="514350" cy="323850"/>
          </a:xfrm>
          <a:prstGeom xmlns:a="http://schemas.openxmlformats.org/drawingml/2006/main" prst="roundRect">
            <a:avLst>
              <a:gd name="adj" fmla="val 23529"/>
            </a:avLst>
          </a:prstGeom>
          <a:solidFill xmlns:a="http://schemas.openxmlformats.org/drawingml/2006/main">
            <a:srgbClr val="F4F7FA"/>
          </a:solidFill>
          <a:ln xmlns:a="http://schemas.openxmlformats.org/drawingml/2006/main" w="11430">
            <a:solidFill>
              <a:srgbClr val="2F76FF"/>
            </a:solidFill>
          </a:ln>
        </p:spPr>
      </p:sp>
      <p:sp>
        <p:nvSpPr>
          <p:cNvPr id="14" name="">
            <a:extLst xmlns:a="http://schemas.openxmlformats.org/drawingml/2006/main">
              <a:ext uri="{FF2B5EF4-FFF2-40B4-BE49-F238E27FC236}">
                <a16:creationId xmlns:a16="http://schemas.microsoft.com/office/drawing/2014/main" id="{4B73AA77-79A5-47DB-81F2-45C28DF52C0A}"/>
              </a:ext>
            </a:extLst>
          </p:cNvPr>
          <p:cNvSpPr>
            <a:spLocks xmlns:a="http://schemas.openxmlformats.org/drawingml/2006/main" noGrp="1"/>
          </p:cNvSpPr>
          <p:nvPr/>
        </p:nvSpPr>
        <p:spPr>
          <a:xfrm xmlns:a="http://schemas.openxmlformats.org/drawingml/2006/main">
            <a:off x="866775" y="3009900"/>
            <a:ext cx="514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6FF"/>
                </a:solidFill>
                <a:latin typeface="DejaVu Sans"/>
                <a:ea typeface="DejaVu Sans"/>
                <a:cs typeface="DejaVu Sans"/>
              </a:defRPr>
            </a:pPr>
            <a:r>
              <a:rPr sz="1050" b="1">
                <a:solidFill>
                  <a:srgbClr val="2F76FF"/>
                </a:solidFill>
                <a:latin typeface="DejaVu Sans"/>
                <a:ea typeface="DejaVu Sans"/>
                <a:cs typeface="DejaVu Sans"/>
              </a:rPr>
              <a:t>12</a:t>
            </a:r>
          </a:p>
        </p:txBody>
      </p:sp>
      <p:sp>
        <p:nvSpPr>
          <p:cNvPr id="15" name="">
            <a:extLst xmlns:a="http://schemas.openxmlformats.org/drawingml/2006/main">
              <a:ext uri="{FF2B5EF4-FFF2-40B4-BE49-F238E27FC236}">
                <a16:creationId xmlns:a16="http://schemas.microsoft.com/office/drawing/2014/main" id="{0CFD9AFE-447B-4705-B156-B4D601D0EC3D}"/>
              </a:ext>
            </a:extLst>
          </p:cNvPr>
          <p:cNvSpPr>
            <a:spLocks xmlns:a="http://schemas.openxmlformats.org/drawingml/2006/main" noGrp="1"/>
          </p:cNvSpPr>
          <p:nvPr/>
        </p:nvSpPr>
        <p:spPr>
          <a:xfrm xmlns:a="http://schemas.openxmlformats.org/drawingml/2006/main">
            <a:off x="1543050" y="2962275"/>
            <a:ext cx="5467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426"/>
                </a:solidFill>
                <a:latin typeface="DejaVu Sans"/>
                <a:ea typeface="DejaVu Sans"/>
                <a:cs typeface="DejaVu Sans"/>
              </a:defRPr>
            </a:pPr>
            <a:r>
              <a:rPr sz="1275" b="1">
                <a:solidFill>
                  <a:srgbClr val="071426"/>
                </a:solidFill>
                <a:latin typeface="DejaVu Sans"/>
                <a:ea typeface="DejaVu Sans"/>
                <a:cs typeface="DejaVu Sans"/>
              </a:rPr>
              <a:t>Live Data &amp; Freeze Frame</a:t>
            </a:r>
          </a:p>
        </p:txBody>
      </p:sp>
      <p:sp>
        <p:nvSpPr>
          <p:cNvPr id="16" name="">
            <a:extLst xmlns:a="http://schemas.openxmlformats.org/drawingml/2006/main">
              <a:ext uri="{FF2B5EF4-FFF2-40B4-BE49-F238E27FC236}">
                <a16:creationId xmlns:a16="http://schemas.microsoft.com/office/drawing/2014/main" id="{01B95870-1DD4-483D-BDFA-062D8DAD3B22}"/>
              </a:ext>
            </a:extLst>
          </p:cNvPr>
          <p:cNvSpPr>
            <a:spLocks xmlns:a="http://schemas.openxmlformats.org/drawingml/2006/main" noGrp="1"/>
          </p:cNvSpPr>
          <p:nvPr/>
        </p:nvSpPr>
        <p:spPr>
          <a:xfrm xmlns:a="http://schemas.openxmlformats.org/drawingml/2006/main">
            <a:off x="1543050" y="3305175"/>
            <a:ext cx="5467350" cy="3810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938" b="0">
                <a:solidFill>
                  <a:srgbClr val="53637A"/>
                </a:solidFill>
                <a:latin typeface="DejaVu Sans"/>
                <a:ea typeface="DejaVu Sans"/>
                <a:cs typeface="DejaVu Sans"/>
              </a:defRPr>
            </a:pPr>
            <a:r>
              <a:rPr sz="938" b="0">
                <a:solidFill>
                  <a:srgbClr val="53637A"/>
                </a:solidFill>
                <a:latin typeface="DejaVu Sans"/>
                <a:ea typeface="DejaVu Sans"/>
                <a:cs typeface="DejaVu Sans"/>
              </a:rPr>
              <a:t>δεδομένα τη στιγμή της βλάβης</a:t>
            </a:r>
          </a:p>
        </p:txBody>
      </p:sp>
      <p:sp>
        <p:nvSpPr>
          <p:cNvPr id="17" name="">
            <a:extLst xmlns:a="http://schemas.openxmlformats.org/drawingml/2006/main">
              <a:ext uri="{FF2B5EF4-FFF2-40B4-BE49-F238E27FC236}">
                <a16:creationId xmlns:a16="http://schemas.microsoft.com/office/drawing/2014/main" id="{025FA728-FDD2-4733-AA7E-4930837376B8}"/>
              </a:ext>
            </a:extLst>
          </p:cNvPr>
          <p:cNvSpPr>
            <a:spLocks xmlns:a="http://schemas.openxmlformats.org/drawingml/2006/main" noGrp="1"/>
          </p:cNvSpPr>
          <p:nvPr/>
        </p:nvSpPr>
        <p:spPr>
          <a:xfrm xmlns:a="http://schemas.openxmlformats.org/drawingml/2006/main">
            <a:off x="628650" y="4019550"/>
            <a:ext cx="657225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4288">
            <a:solidFill>
              <a:srgbClr val="C9D5E3"/>
            </a:solidFill>
          </a:ln>
        </p:spPr>
      </p:sp>
      <p:sp>
        <p:nvSpPr>
          <p:cNvPr id="18" name="">
            <a:extLst xmlns:a="http://schemas.openxmlformats.org/drawingml/2006/main">
              <a:ext uri="{FF2B5EF4-FFF2-40B4-BE49-F238E27FC236}">
                <a16:creationId xmlns:a16="http://schemas.microsoft.com/office/drawing/2014/main" id="{011BB572-C434-45AC-B933-E3CE0FBA2118}"/>
              </a:ext>
            </a:extLst>
          </p:cNvPr>
          <p:cNvSpPr>
            <a:spLocks xmlns:a="http://schemas.openxmlformats.org/drawingml/2006/main" noGrp="1"/>
          </p:cNvSpPr>
          <p:nvPr/>
        </p:nvSpPr>
        <p:spPr>
          <a:xfrm xmlns:a="http://schemas.openxmlformats.org/drawingml/2006/main">
            <a:off x="628650" y="4019550"/>
            <a:ext cx="85725" cy="1009650"/>
          </a:xfrm>
          <a:prstGeom xmlns:a="http://schemas.openxmlformats.org/drawingml/2006/main" prst="roundRect">
            <a:avLst>
              <a:gd name="adj" fmla="val 50000"/>
            </a:avLst>
          </a:prstGeom>
          <a:solidFill xmlns:a="http://schemas.openxmlformats.org/drawingml/2006/main">
            <a:srgbClr val="D94E52"/>
          </a:solidFill>
          <a:ln xmlns:a="http://schemas.openxmlformats.org/drawingml/2006/main" w="0">
            <a:solidFill>
              <a:srgbClr val="D94E52"/>
            </a:solidFill>
          </a:ln>
        </p:spPr>
      </p:sp>
      <p:sp>
        <p:nvSpPr>
          <p:cNvPr id="19" name="">
            <a:extLst xmlns:a="http://schemas.openxmlformats.org/drawingml/2006/main">
              <a:ext uri="{FF2B5EF4-FFF2-40B4-BE49-F238E27FC236}">
                <a16:creationId xmlns:a16="http://schemas.microsoft.com/office/drawing/2014/main" id="{91E3B767-05E2-4058-BC95-A51AA9A66D0C}"/>
              </a:ext>
            </a:extLst>
          </p:cNvPr>
          <p:cNvSpPr>
            <a:spLocks xmlns:a="http://schemas.openxmlformats.org/drawingml/2006/main" noGrp="1"/>
          </p:cNvSpPr>
          <p:nvPr/>
        </p:nvSpPr>
        <p:spPr>
          <a:xfrm xmlns:a="http://schemas.openxmlformats.org/drawingml/2006/main">
            <a:off x="866775" y="4229100"/>
            <a:ext cx="514350" cy="323850"/>
          </a:xfrm>
          <a:prstGeom xmlns:a="http://schemas.openxmlformats.org/drawingml/2006/main" prst="roundRect">
            <a:avLst>
              <a:gd name="adj" fmla="val 23529"/>
            </a:avLst>
          </a:prstGeom>
          <a:solidFill xmlns:a="http://schemas.openxmlformats.org/drawingml/2006/main">
            <a:srgbClr val="F4F7FA"/>
          </a:solidFill>
          <a:ln xmlns:a="http://schemas.openxmlformats.org/drawingml/2006/main" w="11430">
            <a:solidFill>
              <a:srgbClr val="D94E52"/>
            </a:solidFill>
          </a:ln>
        </p:spPr>
      </p:sp>
      <p:sp>
        <p:nvSpPr>
          <p:cNvPr id="20" name="">
            <a:extLst xmlns:a="http://schemas.openxmlformats.org/drawingml/2006/main">
              <a:ext uri="{FF2B5EF4-FFF2-40B4-BE49-F238E27FC236}">
                <a16:creationId xmlns:a16="http://schemas.microsoft.com/office/drawing/2014/main" id="{A54B397D-AAB9-4899-8B15-11E214BDF3D5}"/>
              </a:ext>
            </a:extLst>
          </p:cNvPr>
          <p:cNvSpPr>
            <a:spLocks xmlns:a="http://schemas.openxmlformats.org/drawingml/2006/main" noGrp="1"/>
          </p:cNvSpPr>
          <p:nvPr/>
        </p:nvSpPr>
        <p:spPr>
          <a:xfrm xmlns:a="http://schemas.openxmlformats.org/drawingml/2006/main">
            <a:off x="866775" y="4229100"/>
            <a:ext cx="514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94E52"/>
                </a:solidFill>
                <a:latin typeface="DejaVu Sans"/>
                <a:ea typeface="DejaVu Sans"/>
                <a:cs typeface="DejaVu Sans"/>
              </a:defRPr>
            </a:pPr>
            <a:r>
              <a:rPr sz="1050" b="1">
                <a:solidFill>
                  <a:srgbClr val="D94E52"/>
                </a:solidFill>
                <a:latin typeface="DejaVu Sans"/>
                <a:ea typeface="DejaVu Sans"/>
                <a:cs typeface="DejaVu Sans"/>
              </a:rPr>
              <a:t>13</a:t>
            </a:r>
          </a:p>
        </p:txBody>
      </p:sp>
      <p:sp>
        <p:nvSpPr>
          <p:cNvPr id="21" name="">
            <a:extLst xmlns:a="http://schemas.openxmlformats.org/drawingml/2006/main">
              <a:ext uri="{FF2B5EF4-FFF2-40B4-BE49-F238E27FC236}">
                <a16:creationId xmlns:a16="http://schemas.microsoft.com/office/drawing/2014/main" id="{A3DBA13B-1F50-408D-821C-9422200ABF1A}"/>
              </a:ext>
            </a:extLst>
          </p:cNvPr>
          <p:cNvSpPr>
            <a:spLocks xmlns:a="http://schemas.openxmlformats.org/drawingml/2006/main" noGrp="1"/>
          </p:cNvSpPr>
          <p:nvPr/>
        </p:nvSpPr>
        <p:spPr>
          <a:xfrm xmlns:a="http://schemas.openxmlformats.org/drawingml/2006/main">
            <a:off x="1543050" y="4181475"/>
            <a:ext cx="5467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426"/>
                </a:solidFill>
                <a:latin typeface="DejaVu Sans"/>
                <a:ea typeface="DejaVu Sans"/>
                <a:cs typeface="DejaVu Sans"/>
              </a:defRPr>
            </a:pPr>
            <a:r>
              <a:rPr sz="1275" b="1">
                <a:solidFill>
                  <a:srgbClr val="071426"/>
                </a:solidFill>
                <a:latin typeface="DejaVu Sans"/>
                <a:ea typeface="DejaVu Sans"/>
                <a:cs typeface="DejaVu Sans"/>
              </a:rPr>
              <a:t>Διάγνωση δικτύου</a:t>
            </a:r>
          </a:p>
        </p:txBody>
      </p:sp>
      <p:sp>
        <p:nvSpPr>
          <p:cNvPr id="22" name="">
            <a:extLst xmlns:a="http://schemas.openxmlformats.org/drawingml/2006/main">
              <a:ext uri="{FF2B5EF4-FFF2-40B4-BE49-F238E27FC236}">
                <a16:creationId xmlns:a16="http://schemas.microsoft.com/office/drawing/2014/main" id="{31832DEB-9E40-4BC4-AE41-8F36DE8EEB34}"/>
              </a:ext>
            </a:extLst>
          </p:cNvPr>
          <p:cNvSpPr>
            <a:spLocks xmlns:a="http://schemas.openxmlformats.org/drawingml/2006/main" noGrp="1"/>
          </p:cNvSpPr>
          <p:nvPr/>
        </p:nvSpPr>
        <p:spPr>
          <a:xfrm xmlns:a="http://schemas.openxmlformats.org/drawingml/2006/main">
            <a:off x="1543050" y="4524375"/>
            <a:ext cx="5467350" cy="3810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t">
            <a:normAutofit fontScale="100000"/>
          </a:bodyPr>
          <a:lstStyle xmlns:a="http://schemas.openxmlformats.org/drawingml/2006/main"/>
          <a:p xmlns:a="http://schemas.openxmlformats.org/drawingml/2006/main">
            <a:pPr algn="l">
              <a:defRPr sz="938" b="0">
                <a:solidFill>
                  <a:srgbClr val="53637A"/>
                </a:solidFill>
                <a:latin typeface="DejaVu Sans"/>
                <a:ea typeface="DejaVu Sans"/>
                <a:cs typeface="DejaVu Sans"/>
              </a:defRPr>
            </a:pPr>
            <a:r>
              <a:rPr sz="938" b="0">
                <a:solidFill>
                  <a:srgbClr val="53637A"/>
                </a:solidFill>
                <a:latin typeface="DejaVu Sans"/>
                <a:ea typeface="DejaVu Sans"/>
                <a:cs typeface="DejaVu Sans"/>
              </a:rPr>
              <a:t>τροφοδοσία · γείωση · καλωδίωση · κόμβος</a:t>
            </a:r>
          </a:p>
        </p:txBody>
      </p:sp>
      <p:sp>
        <p:nvSpPr>
          <p:cNvPr id="23" name="">
            <a:extLst xmlns:a="http://schemas.openxmlformats.org/drawingml/2006/main">
              <a:ext uri="{FF2B5EF4-FFF2-40B4-BE49-F238E27FC236}">
                <a16:creationId xmlns:a16="http://schemas.microsoft.com/office/drawing/2014/main" id="{9C414694-9B35-4A60-83BF-F0D129E4652C}"/>
              </a:ext>
            </a:extLst>
          </p:cNvPr>
          <p:cNvSpPr>
            <a:spLocks xmlns:a="http://schemas.openxmlformats.org/drawingml/2006/main" noGrp="1"/>
          </p:cNvSpPr>
          <p:nvPr/>
        </p:nvSpPr>
        <p:spPr>
          <a:xfrm xmlns:a="http://schemas.openxmlformats.org/drawingml/2006/main">
            <a:off x="7658100" y="1581150"/>
            <a:ext cx="3638550" cy="344805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14288">
            <a:solidFill>
              <a:srgbClr val="C9D5E3"/>
            </a:solidFill>
          </a:ln>
        </p:spPr>
      </p:sp>
      <p:sp>
        <p:nvSpPr>
          <p:cNvPr id="24" name="">
            <a:extLst xmlns:a="http://schemas.openxmlformats.org/drawingml/2006/main">
              <a:ext uri="{FF2B5EF4-FFF2-40B4-BE49-F238E27FC236}">
                <a16:creationId xmlns:a16="http://schemas.microsoft.com/office/drawing/2014/main" id="{23C80F0D-0690-4F5E-9C5D-43A397B3CEC0}"/>
              </a:ext>
            </a:extLst>
          </p:cNvPr>
          <p:cNvSpPr>
            <a:spLocks xmlns:a="http://schemas.openxmlformats.org/drawingml/2006/main" noGrp="1"/>
          </p:cNvSpPr>
          <p:nvPr/>
        </p:nvSpPr>
        <p:spPr>
          <a:xfrm xmlns:a="http://schemas.openxmlformats.org/drawingml/2006/main">
            <a:off x="7981950" y="1819275"/>
            <a:ext cx="299085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53637A"/>
                </a:solidFill>
                <a:latin typeface="DejaVu Sans"/>
                <a:ea typeface="DejaVu Sans"/>
                <a:cs typeface="DejaVu Sans"/>
              </a:defRPr>
            </a:pPr>
            <a:r>
              <a:rPr sz="900" b="1">
                <a:solidFill>
                  <a:srgbClr val="53637A"/>
                </a:solidFill>
                <a:latin typeface="DejaVu Sans"/>
                <a:ea typeface="DejaVu Sans"/>
                <a:cs typeface="DejaVu Sans"/>
              </a:rPr>
              <a:t>ΔΙΑΓΝΩΣΤΙΚΗ ΣΚΕΨΗ</a:t>
            </a:r>
          </a:p>
        </p:txBody>
      </p:sp>
      <p:sp>
        <p:nvSpPr>
          <p:cNvPr id="25" name="">
            <a:extLst xmlns:a="http://schemas.openxmlformats.org/drawingml/2006/main">
              <a:ext uri="{FF2B5EF4-FFF2-40B4-BE49-F238E27FC236}">
                <a16:creationId xmlns:a16="http://schemas.microsoft.com/office/drawing/2014/main" id="{E90651F2-8FE0-4479-80F8-BEF91BD60AE2}"/>
              </a:ext>
            </a:extLst>
          </p:cNvPr>
          <p:cNvSpPr>
            <a:spLocks xmlns:a="http://schemas.openxmlformats.org/drawingml/2006/main" noGrp="1"/>
          </p:cNvSpPr>
          <p:nvPr/>
        </p:nvSpPr>
        <p:spPr>
          <a:xfrm xmlns:a="http://schemas.openxmlformats.org/drawingml/2006/main">
            <a:off x="8096250" y="2286000"/>
            <a:ext cx="457200" cy="400050"/>
          </a:xfrm>
          <a:prstGeom xmlns:a="http://schemas.openxmlformats.org/drawingml/2006/main" prst="roundRect">
            <a:avLst>
              <a:gd name="adj" fmla="val 19048"/>
            </a:avLst>
          </a:prstGeom>
          <a:solidFill xmlns:a="http://schemas.openxmlformats.org/drawingml/2006/main">
            <a:srgbClr val="F4F7FA"/>
          </a:solidFill>
          <a:ln xmlns:a="http://schemas.openxmlformats.org/drawingml/2006/main" w="11430">
            <a:solidFill>
              <a:srgbClr val="D94E52"/>
            </a:solidFill>
          </a:ln>
        </p:spPr>
      </p:sp>
      <p:sp>
        <p:nvSpPr>
          <p:cNvPr id="26" name="">
            <a:extLst xmlns:a="http://schemas.openxmlformats.org/drawingml/2006/main">
              <a:ext uri="{FF2B5EF4-FFF2-40B4-BE49-F238E27FC236}">
                <a16:creationId xmlns:a16="http://schemas.microsoft.com/office/drawing/2014/main" id="{B8CE6DAE-AA4B-46A1-8A97-CA6B32402900}"/>
              </a:ext>
            </a:extLst>
          </p:cNvPr>
          <p:cNvSpPr>
            <a:spLocks xmlns:a="http://schemas.openxmlformats.org/drawingml/2006/main" noGrp="1"/>
          </p:cNvSpPr>
          <p:nvPr/>
        </p:nvSpPr>
        <p:spPr>
          <a:xfrm xmlns:a="http://schemas.openxmlformats.org/drawingml/2006/main">
            <a:off x="8096250" y="2286000"/>
            <a:ext cx="457200" cy="4000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D94E52"/>
                </a:solidFill>
                <a:latin typeface="DejaVu Sans"/>
                <a:ea typeface="DejaVu Sans"/>
                <a:cs typeface="DejaVu Sans"/>
              </a:defRPr>
            </a:pPr>
            <a:r>
              <a:rPr sz="1125" b="1">
                <a:solidFill>
                  <a:srgbClr val="D94E52"/>
                </a:solidFill>
                <a:latin typeface="DejaVu Sans"/>
                <a:ea typeface="DejaVu Sans"/>
                <a:cs typeface="DejaVu Sans"/>
              </a:rPr>
              <a:t>1</a:t>
            </a:r>
          </a:p>
        </p:txBody>
      </p:sp>
      <p:sp>
        <p:nvSpPr>
          <p:cNvPr id="27" name="">
            <a:extLst xmlns:a="http://schemas.openxmlformats.org/drawingml/2006/main">
              <a:ext uri="{FF2B5EF4-FFF2-40B4-BE49-F238E27FC236}">
                <a16:creationId xmlns:a16="http://schemas.microsoft.com/office/drawing/2014/main" id="{BE20A64E-DF79-4B82-AA74-0EA2C5BE1595}"/>
              </a:ext>
            </a:extLst>
          </p:cNvPr>
          <p:cNvSpPr>
            <a:spLocks xmlns:a="http://schemas.openxmlformats.org/drawingml/2006/main" noGrp="1"/>
          </p:cNvSpPr>
          <p:nvPr/>
        </p:nvSpPr>
        <p:spPr>
          <a:xfrm xmlns:a="http://schemas.openxmlformats.org/drawingml/2006/main">
            <a:off x="8763000" y="2286000"/>
            <a:ext cx="1714500" cy="4000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426"/>
                </a:solidFill>
                <a:latin typeface="DejaVu Sans"/>
                <a:ea typeface="DejaVu Sans"/>
                <a:cs typeface="DejaVu Sans"/>
              </a:defRPr>
            </a:pPr>
            <a:r>
              <a:rPr sz="1275" b="1">
                <a:solidFill>
                  <a:srgbClr val="071426"/>
                </a:solidFill>
                <a:latin typeface="DejaVu Sans"/>
                <a:ea typeface="DejaVu Sans"/>
                <a:cs typeface="DejaVu Sans"/>
              </a:rPr>
              <a:t>Σύμπτωμα</a:t>
            </a:r>
          </a:p>
        </p:txBody>
      </p:sp>
      <p:sp>
        <p:nvSpPr>
          <p:cNvPr id="28" name="">
            <a:extLst xmlns:a="http://schemas.openxmlformats.org/drawingml/2006/main">
              <a:ext uri="{FF2B5EF4-FFF2-40B4-BE49-F238E27FC236}">
                <a16:creationId xmlns:a16="http://schemas.microsoft.com/office/drawing/2014/main" id="{D6572F96-2A90-4895-B7D6-0867F2A3C60E}"/>
              </a:ext>
            </a:extLst>
          </p:cNvPr>
          <p:cNvSpPr>
            <a:spLocks xmlns:a="http://schemas.openxmlformats.org/drawingml/2006/main" noGrp="1"/>
          </p:cNvSpPr>
          <p:nvPr/>
        </p:nvSpPr>
        <p:spPr>
          <a:xfrm xmlns:a="http://schemas.openxmlformats.org/drawingml/2006/main">
            <a:off x="8305800" y="2686050"/>
            <a:ext cx="38100" cy="228600"/>
          </a:xfrm>
          <a:prstGeom xmlns:a="http://schemas.openxmlformats.org/drawingml/2006/main" prst="rect">
            <a:avLst/>
          </a:prstGeom>
          <a:solidFill xmlns:a="http://schemas.openxmlformats.org/drawingml/2006/main">
            <a:srgbClr val="C9D5E3"/>
          </a:solidFill>
          <a:ln xmlns:a="http://schemas.openxmlformats.org/drawingml/2006/main" w="0">
            <a:solidFill>
              <a:srgbClr val="C9D5E3"/>
            </a:solidFill>
          </a:ln>
        </p:spPr>
      </p:sp>
      <p:sp>
        <p:nvSpPr>
          <p:cNvPr id="29" name="">
            <a:extLst xmlns:a="http://schemas.openxmlformats.org/drawingml/2006/main">
              <a:ext uri="{FF2B5EF4-FFF2-40B4-BE49-F238E27FC236}">
                <a16:creationId xmlns:a16="http://schemas.microsoft.com/office/drawing/2014/main" id="{16BEB0B6-3309-4FF2-A8D2-AB1F602A833E}"/>
              </a:ext>
            </a:extLst>
          </p:cNvPr>
          <p:cNvSpPr>
            <a:spLocks xmlns:a="http://schemas.openxmlformats.org/drawingml/2006/main" noGrp="1"/>
          </p:cNvSpPr>
          <p:nvPr/>
        </p:nvSpPr>
        <p:spPr>
          <a:xfrm xmlns:a="http://schemas.openxmlformats.org/drawingml/2006/main">
            <a:off x="8096250" y="2914650"/>
            <a:ext cx="457200" cy="400050"/>
          </a:xfrm>
          <a:prstGeom xmlns:a="http://schemas.openxmlformats.org/drawingml/2006/main" prst="roundRect">
            <a:avLst>
              <a:gd name="adj" fmla="val 19048"/>
            </a:avLst>
          </a:prstGeom>
          <a:solidFill xmlns:a="http://schemas.openxmlformats.org/drawingml/2006/main">
            <a:srgbClr val="F4F7FA"/>
          </a:solidFill>
          <a:ln xmlns:a="http://schemas.openxmlformats.org/drawingml/2006/main" w="11430">
            <a:solidFill>
              <a:srgbClr val="FFB000"/>
            </a:solidFill>
          </a:ln>
        </p:spPr>
      </p:sp>
      <p:sp>
        <p:nvSpPr>
          <p:cNvPr id="30" name="">
            <a:extLst xmlns:a="http://schemas.openxmlformats.org/drawingml/2006/main">
              <a:ext uri="{FF2B5EF4-FFF2-40B4-BE49-F238E27FC236}">
                <a16:creationId xmlns:a16="http://schemas.microsoft.com/office/drawing/2014/main" id="{3D7BF36E-B82C-4C5B-808E-3714368160F5}"/>
              </a:ext>
            </a:extLst>
          </p:cNvPr>
          <p:cNvSpPr>
            <a:spLocks xmlns:a="http://schemas.openxmlformats.org/drawingml/2006/main" noGrp="1"/>
          </p:cNvSpPr>
          <p:nvPr/>
        </p:nvSpPr>
        <p:spPr>
          <a:xfrm xmlns:a="http://schemas.openxmlformats.org/drawingml/2006/main">
            <a:off x="8096250" y="2914650"/>
            <a:ext cx="457200" cy="4000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B000"/>
                </a:solidFill>
                <a:latin typeface="DejaVu Sans"/>
                <a:ea typeface="DejaVu Sans"/>
                <a:cs typeface="DejaVu Sans"/>
              </a:defRPr>
            </a:pPr>
            <a:r>
              <a:rPr sz="1125" b="1">
                <a:solidFill>
                  <a:srgbClr val="FFB000"/>
                </a:solidFill>
                <a:latin typeface="DejaVu Sans"/>
                <a:ea typeface="DejaVu Sans"/>
                <a:cs typeface="DejaVu Sans"/>
              </a:rPr>
              <a:t>2</a:t>
            </a:r>
          </a:p>
        </p:txBody>
      </p:sp>
      <p:sp>
        <p:nvSpPr>
          <p:cNvPr id="31" name="">
            <a:extLst xmlns:a="http://schemas.openxmlformats.org/drawingml/2006/main">
              <a:ext uri="{FF2B5EF4-FFF2-40B4-BE49-F238E27FC236}">
                <a16:creationId xmlns:a16="http://schemas.microsoft.com/office/drawing/2014/main" id="{E8B398CB-CCF5-4752-81F5-164F9F03B4B5}"/>
              </a:ext>
            </a:extLst>
          </p:cNvPr>
          <p:cNvSpPr>
            <a:spLocks xmlns:a="http://schemas.openxmlformats.org/drawingml/2006/main" noGrp="1"/>
          </p:cNvSpPr>
          <p:nvPr/>
        </p:nvSpPr>
        <p:spPr>
          <a:xfrm xmlns:a="http://schemas.openxmlformats.org/drawingml/2006/main">
            <a:off x="8763000" y="2914650"/>
            <a:ext cx="1714500" cy="4000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426"/>
                </a:solidFill>
                <a:latin typeface="DejaVu Sans"/>
                <a:ea typeface="DejaVu Sans"/>
                <a:cs typeface="DejaVu Sans"/>
              </a:defRPr>
            </a:pPr>
            <a:r>
              <a:rPr sz="1275" b="1">
                <a:solidFill>
                  <a:srgbClr val="071426"/>
                </a:solidFill>
                <a:latin typeface="DejaVu Sans"/>
                <a:ea typeface="DejaVu Sans"/>
                <a:cs typeface="DejaVu Sans"/>
              </a:rPr>
              <a:t>Δεδομένα</a:t>
            </a:r>
          </a:p>
        </p:txBody>
      </p:sp>
      <p:sp>
        <p:nvSpPr>
          <p:cNvPr id="32" name="">
            <a:extLst xmlns:a="http://schemas.openxmlformats.org/drawingml/2006/main">
              <a:ext uri="{FF2B5EF4-FFF2-40B4-BE49-F238E27FC236}">
                <a16:creationId xmlns:a16="http://schemas.microsoft.com/office/drawing/2014/main" id="{E17383A5-CD6B-47EC-A64D-1263FA114B38}"/>
              </a:ext>
            </a:extLst>
          </p:cNvPr>
          <p:cNvSpPr>
            <a:spLocks xmlns:a="http://schemas.openxmlformats.org/drawingml/2006/main" noGrp="1"/>
          </p:cNvSpPr>
          <p:nvPr/>
        </p:nvSpPr>
        <p:spPr>
          <a:xfrm xmlns:a="http://schemas.openxmlformats.org/drawingml/2006/main">
            <a:off x="8305800" y="3314700"/>
            <a:ext cx="38100" cy="228600"/>
          </a:xfrm>
          <a:prstGeom xmlns:a="http://schemas.openxmlformats.org/drawingml/2006/main" prst="rect">
            <a:avLst/>
          </a:prstGeom>
          <a:solidFill xmlns:a="http://schemas.openxmlformats.org/drawingml/2006/main">
            <a:srgbClr val="C9D5E3"/>
          </a:solidFill>
          <a:ln xmlns:a="http://schemas.openxmlformats.org/drawingml/2006/main" w="0">
            <a:solidFill>
              <a:srgbClr val="C9D5E3"/>
            </a:solidFill>
          </a:ln>
        </p:spPr>
      </p:sp>
      <p:sp>
        <p:nvSpPr>
          <p:cNvPr id="33" name="">
            <a:extLst xmlns:a="http://schemas.openxmlformats.org/drawingml/2006/main">
              <a:ext uri="{FF2B5EF4-FFF2-40B4-BE49-F238E27FC236}">
                <a16:creationId xmlns:a16="http://schemas.microsoft.com/office/drawing/2014/main" id="{A1B0E2B6-7872-4297-8FEA-BE0F2E302534}"/>
              </a:ext>
            </a:extLst>
          </p:cNvPr>
          <p:cNvSpPr>
            <a:spLocks xmlns:a="http://schemas.openxmlformats.org/drawingml/2006/main" noGrp="1"/>
          </p:cNvSpPr>
          <p:nvPr/>
        </p:nvSpPr>
        <p:spPr>
          <a:xfrm xmlns:a="http://schemas.openxmlformats.org/drawingml/2006/main">
            <a:off x="8096250" y="3543300"/>
            <a:ext cx="457200" cy="400050"/>
          </a:xfrm>
          <a:prstGeom xmlns:a="http://schemas.openxmlformats.org/drawingml/2006/main" prst="roundRect">
            <a:avLst>
              <a:gd name="adj" fmla="val 19048"/>
            </a:avLst>
          </a:prstGeom>
          <a:solidFill xmlns:a="http://schemas.openxmlformats.org/drawingml/2006/main">
            <a:srgbClr val="F4F7FA"/>
          </a:solidFill>
          <a:ln xmlns:a="http://schemas.openxmlformats.org/drawingml/2006/main" w="11430">
            <a:solidFill>
              <a:srgbClr val="2F76FF"/>
            </a:solidFill>
          </a:ln>
        </p:spPr>
      </p:sp>
      <p:sp>
        <p:nvSpPr>
          <p:cNvPr id="34" name="">
            <a:extLst xmlns:a="http://schemas.openxmlformats.org/drawingml/2006/main">
              <a:ext uri="{FF2B5EF4-FFF2-40B4-BE49-F238E27FC236}">
                <a16:creationId xmlns:a16="http://schemas.microsoft.com/office/drawing/2014/main" id="{7B984A24-6903-45CC-8B9A-67B31B2E9E6D}"/>
              </a:ext>
            </a:extLst>
          </p:cNvPr>
          <p:cNvSpPr>
            <a:spLocks xmlns:a="http://schemas.openxmlformats.org/drawingml/2006/main" noGrp="1"/>
          </p:cNvSpPr>
          <p:nvPr/>
        </p:nvSpPr>
        <p:spPr>
          <a:xfrm xmlns:a="http://schemas.openxmlformats.org/drawingml/2006/main">
            <a:off x="8096250" y="3543300"/>
            <a:ext cx="457200" cy="4000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2F76FF"/>
                </a:solidFill>
                <a:latin typeface="DejaVu Sans"/>
                <a:ea typeface="DejaVu Sans"/>
                <a:cs typeface="DejaVu Sans"/>
              </a:defRPr>
            </a:pPr>
            <a:r>
              <a:rPr sz="1125" b="1">
                <a:solidFill>
                  <a:srgbClr val="2F76FF"/>
                </a:solidFill>
                <a:latin typeface="DejaVu Sans"/>
                <a:ea typeface="DejaVu Sans"/>
                <a:cs typeface="DejaVu Sans"/>
              </a:rPr>
              <a:t>3</a:t>
            </a:r>
          </a:p>
        </p:txBody>
      </p:sp>
      <p:sp>
        <p:nvSpPr>
          <p:cNvPr id="35" name="">
            <a:extLst xmlns:a="http://schemas.openxmlformats.org/drawingml/2006/main">
              <a:ext uri="{FF2B5EF4-FFF2-40B4-BE49-F238E27FC236}">
                <a16:creationId xmlns:a16="http://schemas.microsoft.com/office/drawing/2014/main" id="{CF90C37F-6203-4E12-93CB-C28F126EA049}"/>
              </a:ext>
            </a:extLst>
          </p:cNvPr>
          <p:cNvSpPr>
            <a:spLocks xmlns:a="http://schemas.openxmlformats.org/drawingml/2006/main" noGrp="1"/>
          </p:cNvSpPr>
          <p:nvPr/>
        </p:nvSpPr>
        <p:spPr>
          <a:xfrm xmlns:a="http://schemas.openxmlformats.org/drawingml/2006/main">
            <a:off x="8763000" y="3543300"/>
            <a:ext cx="1714500" cy="4000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426"/>
                </a:solidFill>
                <a:latin typeface="DejaVu Sans"/>
                <a:ea typeface="DejaVu Sans"/>
                <a:cs typeface="DejaVu Sans"/>
              </a:defRPr>
            </a:pPr>
            <a:r>
              <a:rPr sz="1275" b="1">
                <a:solidFill>
                  <a:srgbClr val="071426"/>
                </a:solidFill>
                <a:latin typeface="DejaVu Sans"/>
                <a:ea typeface="DejaVu Sans"/>
                <a:cs typeface="DejaVu Sans"/>
              </a:rPr>
              <a:t>Υπόθεση</a:t>
            </a:r>
          </a:p>
        </p:txBody>
      </p:sp>
      <p:sp>
        <p:nvSpPr>
          <p:cNvPr id="36" name="">
            <a:extLst xmlns:a="http://schemas.openxmlformats.org/drawingml/2006/main">
              <a:ext uri="{FF2B5EF4-FFF2-40B4-BE49-F238E27FC236}">
                <a16:creationId xmlns:a16="http://schemas.microsoft.com/office/drawing/2014/main" id="{87239C0D-2966-4F3F-8F27-D2466B122E6A}"/>
              </a:ext>
            </a:extLst>
          </p:cNvPr>
          <p:cNvSpPr>
            <a:spLocks xmlns:a="http://schemas.openxmlformats.org/drawingml/2006/main" noGrp="1"/>
          </p:cNvSpPr>
          <p:nvPr/>
        </p:nvSpPr>
        <p:spPr>
          <a:xfrm xmlns:a="http://schemas.openxmlformats.org/drawingml/2006/main">
            <a:off x="8305800" y="3943350"/>
            <a:ext cx="38100" cy="228600"/>
          </a:xfrm>
          <a:prstGeom xmlns:a="http://schemas.openxmlformats.org/drawingml/2006/main" prst="rect">
            <a:avLst/>
          </a:prstGeom>
          <a:solidFill xmlns:a="http://schemas.openxmlformats.org/drawingml/2006/main">
            <a:srgbClr val="C9D5E3"/>
          </a:solidFill>
          <a:ln xmlns:a="http://schemas.openxmlformats.org/drawingml/2006/main" w="0">
            <a:solidFill>
              <a:srgbClr val="C9D5E3"/>
            </a:solidFill>
          </a:ln>
        </p:spPr>
      </p:sp>
      <p:sp>
        <p:nvSpPr>
          <p:cNvPr id="37" name="">
            <a:extLst xmlns:a="http://schemas.openxmlformats.org/drawingml/2006/main">
              <a:ext uri="{FF2B5EF4-FFF2-40B4-BE49-F238E27FC236}">
                <a16:creationId xmlns:a16="http://schemas.microsoft.com/office/drawing/2014/main" id="{163153A5-9332-45F2-A709-4192AD5CC416}"/>
              </a:ext>
            </a:extLst>
          </p:cNvPr>
          <p:cNvSpPr>
            <a:spLocks xmlns:a="http://schemas.openxmlformats.org/drawingml/2006/main" noGrp="1"/>
          </p:cNvSpPr>
          <p:nvPr/>
        </p:nvSpPr>
        <p:spPr>
          <a:xfrm xmlns:a="http://schemas.openxmlformats.org/drawingml/2006/main">
            <a:off x="8096250" y="4171950"/>
            <a:ext cx="457200" cy="400050"/>
          </a:xfrm>
          <a:prstGeom xmlns:a="http://schemas.openxmlformats.org/drawingml/2006/main" prst="roundRect">
            <a:avLst>
              <a:gd name="adj" fmla="val 19048"/>
            </a:avLst>
          </a:prstGeom>
          <a:solidFill xmlns:a="http://schemas.openxmlformats.org/drawingml/2006/main">
            <a:srgbClr val="F4F7FA"/>
          </a:solidFill>
          <a:ln xmlns:a="http://schemas.openxmlformats.org/drawingml/2006/main" w="11430">
            <a:solidFill>
              <a:srgbClr val="22AE68"/>
            </a:solidFill>
          </a:ln>
        </p:spPr>
      </p:sp>
      <p:sp>
        <p:nvSpPr>
          <p:cNvPr id="38" name="">
            <a:extLst xmlns:a="http://schemas.openxmlformats.org/drawingml/2006/main">
              <a:ext uri="{FF2B5EF4-FFF2-40B4-BE49-F238E27FC236}">
                <a16:creationId xmlns:a16="http://schemas.microsoft.com/office/drawing/2014/main" id="{6EF32A88-E6EE-4DE5-AC7D-86783AAA83B0}"/>
              </a:ext>
            </a:extLst>
          </p:cNvPr>
          <p:cNvSpPr>
            <a:spLocks xmlns:a="http://schemas.openxmlformats.org/drawingml/2006/main" noGrp="1"/>
          </p:cNvSpPr>
          <p:nvPr/>
        </p:nvSpPr>
        <p:spPr>
          <a:xfrm xmlns:a="http://schemas.openxmlformats.org/drawingml/2006/main">
            <a:off x="8096250" y="4171950"/>
            <a:ext cx="457200" cy="4000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22AE68"/>
                </a:solidFill>
                <a:latin typeface="DejaVu Sans"/>
                <a:ea typeface="DejaVu Sans"/>
                <a:cs typeface="DejaVu Sans"/>
              </a:defRPr>
            </a:pPr>
            <a:r>
              <a:rPr sz="1125" b="1">
                <a:solidFill>
                  <a:srgbClr val="22AE68"/>
                </a:solidFill>
                <a:latin typeface="DejaVu Sans"/>
                <a:ea typeface="DejaVu Sans"/>
                <a:cs typeface="DejaVu Sans"/>
              </a:rPr>
              <a:t>4</a:t>
            </a:r>
          </a:p>
        </p:txBody>
      </p:sp>
      <p:sp>
        <p:nvSpPr>
          <p:cNvPr id="39" name="">
            <a:extLst xmlns:a="http://schemas.openxmlformats.org/drawingml/2006/main">
              <a:ext uri="{FF2B5EF4-FFF2-40B4-BE49-F238E27FC236}">
                <a16:creationId xmlns:a16="http://schemas.microsoft.com/office/drawing/2014/main" id="{D94056EC-A60F-4676-9FEA-3DB458999A14}"/>
              </a:ext>
            </a:extLst>
          </p:cNvPr>
          <p:cNvSpPr>
            <a:spLocks xmlns:a="http://schemas.openxmlformats.org/drawingml/2006/main" noGrp="1"/>
          </p:cNvSpPr>
          <p:nvPr/>
        </p:nvSpPr>
        <p:spPr>
          <a:xfrm xmlns:a="http://schemas.openxmlformats.org/drawingml/2006/main">
            <a:off x="8763000" y="4171950"/>
            <a:ext cx="1714500" cy="4000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426"/>
                </a:solidFill>
                <a:latin typeface="DejaVu Sans"/>
                <a:ea typeface="DejaVu Sans"/>
                <a:cs typeface="DejaVu Sans"/>
              </a:defRPr>
            </a:pPr>
            <a:r>
              <a:rPr sz="1275" b="1">
                <a:solidFill>
                  <a:srgbClr val="071426"/>
                </a:solidFill>
                <a:latin typeface="DejaVu Sans"/>
                <a:ea typeface="DejaVu Sans"/>
                <a:cs typeface="DejaVu Sans"/>
              </a:rPr>
              <a:t>Έλεγχος</a:t>
            </a:r>
          </a:p>
        </p:txBody>
      </p:sp>
      <p:sp>
        <p:nvSpPr>
          <p:cNvPr id="40" name="">
            <a:extLst xmlns:a="http://schemas.openxmlformats.org/drawingml/2006/main">
              <a:ext uri="{FF2B5EF4-FFF2-40B4-BE49-F238E27FC236}">
                <a16:creationId xmlns:a16="http://schemas.microsoft.com/office/drawing/2014/main" id="{82B5EBC9-8D59-49F5-AD28-42D5B1C0AB1D}"/>
              </a:ext>
            </a:extLst>
          </p:cNvPr>
          <p:cNvSpPr>
            <a:spLocks xmlns:a="http://schemas.openxmlformats.org/drawingml/2006/main" noGrp="1"/>
          </p:cNvSpPr>
          <p:nvPr/>
        </p:nvSpPr>
        <p:spPr>
          <a:xfrm xmlns:a="http://schemas.openxmlformats.org/drawingml/2006/main">
            <a:off x="7658100" y="5343525"/>
            <a:ext cx="363855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9216"/>
          </a:bodyPr>
          <a:lstStyle xmlns:a="http://schemas.openxmlformats.org/drawingml/2006/main"/>
          <a:p xmlns:a="http://schemas.openxmlformats.org/drawingml/2006/main">
            <a:pPr algn="ctr">
              <a:defRPr sz="1275" b="1">
                <a:solidFill>
                  <a:srgbClr val="FFB000"/>
                </a:solidFill>
                <a:latin typeface="DejaVu Sans"/>
                <a:ea typeface="DejaVu Sans"/>
                <a:cs typeface="DejaVu Sans"/>
              </a:defRPr>
            </a:pPr>
            <a:r>
              <a:rPr sz="1275" b="1">
                <a:solidFill>
                  <a:srgbClr val="FFB000"/>
                </a:solidFill>
                <a:latin typeface="DejaVu Sans"/>
                <a:ea typeface="DejaVu Sans"/>
                <a:cs typeface="DejaVu Sans"/>
              </a:rPr>
              <a:t>Δεν αλλάζουμε εξαρτήματα χωρίς τεκμηρίωση.</a:t>
            </a:r>
          </a:p>
        </p:txBody>
      </p:sp>
      <p:sp>
        <p:nvSpPr>
          <p:cNvPr id="41" name="">
            <a:extLst xmlns:a="http://schemas.openxmlformats.org/drawingml/2006/main">
              <a:ext uri="{FF2B5EF4-FFF2-40B4-BE49-F238E27FC236}">
                <a16:creationId xmlns:a16="http://schemas.microsoft.com/office/drawing/2014/main" id="{DAD93D6A-882C-4BE0-9804-4284D224C67E}"/>
              </a:ext>
            </a:extLst>
          </p:cNvPr>
          <p:cNvSpPr>
            <a:spLocks xmlns:a="http://schemas.openxmlformats.org/drawingml/2006/main" noGrp="1"/>
          </p:cNvSpPr>
          <p:nvPr/>
        </p:nvSpPr>
        <p:spPr>
          <a:xfrm xmlns:a="http://schemas.openxmlformats.org/drawingml/2006/main">
            <a:off x="609600" y="6477000"/>
            <a:ext cx="44767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l">
              <a:defRPr sz="788" b="0">
                <a:solidFill>
                  <a:srgbClr val="53637A"/>
                </a:solidFill>
                <a:latin typeface="DejaVu Sans"/>
                <a:ea typeface="DejaVu Sans"/>
                <a:cs typeface="DejaVu Sans"/>
              </a:defRPr>
            </a:pPr>
            <a:r>
              <a:rPr sz="788" b="0">
                <a:solidFill>
                  <a:srgbClr val="53637A"/>
                </a:solidFill>
                <a:latin typeface="DejaVu Sans"/>
                <a:ea typeface="DejaVu Sans"/>
                <a:cs typeface="DejaVu Sans"/>
              </a:rPr>
              <a:t>Δίκτυα και Επικοινωνία Οχημάτων</a:t>
            </a:r>
          </a:p>
        </p:txBody>
      </p:sp>
      <p:sp>
        <p:nvSpPr>
          <p:cNvPr id="42" name="">
            <a:extLst xmlns:a="http://schemas.openxmlformats.org/drawingml/2006/main">
              <a:ext uri="{FF2B5EF4-FFF2-40B4-BE49-F238E27FC236}">
                <a16:creationId xmlns:a16="http://schemas.microsoft.com/office/drawing/2014/main" id="{FF44EEF9-FE01-400E-B585-EE449F4813F2}"/>
              </a:ext>
            </a:extLst>
          </p:cNvPr>
          <p:cNvSpPr>
            <a:spLocks xmlns:a="http://schemas.openxmlformats.org/drawingml/2006/main" noGrp="1"/>
          </p:cNvSpPr>
          <p:nvPr/>
        </p:nvSpPr>
        <p:spPr>
          <a:xfrm xmlns:a="http://schemas.openxmlformats.org/drawingml/2006/main">
            <a:off x="11049000" y="6477000"/>
            <a:ext cx="5143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r">
              <a:defRPr sz="788" b="1">
                <a:solidFill>
                  <a:srgbClr val="53637A"/>
                </a:solidFill>
                <a:latin typeface="DejaVu Sans"/>
                <a:ea typeface="DejaVu Sans"/>
                <a:cs typeface="DejaVu Sans"/>
              </a:defRPr>
            </a:pPr>
            <a:r>
              <a:rPr sz="788" b="1">
                <a:solidFill>
                  <a:srgbClr val="53637A"/>
                </a:solidFill>
                <a:latin typeface="DejaVu Sans"/>
                <a:ea typeface="DejaVu Sans"/>
                <a:cs typeface="DejaVu Sans"/>
              </a:rPr>
              <a:t>08</a:t>
            </a:r>
          </a:p>
        </p:txBody>
      </p:sp>
    </p:spTree>
    <p:extLst>
      <p:ext uri="{BB962C8B-B14F-4D97-AF65-F5344CB8AC3E}">
        <p14:creationId xmlns:p14="http://schemas.microsoft.com/office/powerpoint/2010/main" val="85015751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258A438-E38B-4A95-8EA0-7903C18E74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426"/>
          </a:solidFill>
          <a:ln xmlns:a="http://schemas.openxmlformats.org/drawingml/2006/main" w="0">
            <a:solidFill>
              <a:srgbClr val="071426"/>
            </a:solidFill>
          </a:ln>
        </p:spPr>
      </p:sp>
      <p:sp>
        <p:nvSpPr>
          <p:cNvPr id="2" name="">
            <a:extLst xmlns:a="http://schemas.openxmlformats.org/drawingml/2006/main">
              <a:ext uri="{FF2B5EF4-FFF2-40B4-BE49-F238E27FC236}">
                <a16:creationId xmlns:a16="http://schemas.microsoft.com/office/drawing/2014/main" id="{2AD208D2-D7A0-4BC8-AF59-4F7979830EA3}"/>
              </a:ext>
            </a:extLst>
          </p:cNvPr>
          <p:cNvSpPr>
            <a:spLocks xmlns:a="http://schemas.openxmlformats.org/drawingml/2006/main" noGrp="1"/>
          </p:cNvSpPr>
          <p:nvPr/>
        </p:nvSpPr>
        <p:spPr>
          <a:xfrm xmlns:a="http://schemas.openxmlformats.org/drawingml/2006/main">
            <a:off x="609600" y="209550"/>
            <a:ext cx="590550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2AE68"/>
                </a:solidFill>
                <a:latin typeface="DejaVu Sans"/>
                <a:ea typeface="DejaVu Sans"/>
                <a:cs typeface="DejaVu Sans"/>
              </a:defRPr>
            </a:pPr>
            <a:r>
              <a:rPr sz="900" b="1">
                <a:solidFill>
                  <a:srgbClr val="22AE68"/>
                </a:solidFill>
                <a:latin typeface="DejaVu Sans"/>
                <a:ea typeface="DejaVu Sans"/>
                <a:cs typeface="DejaVu Sans"/>
              </a:rPr>
              <a:t>08 · ΜΑΘΉΜΑΤΑ 14–15</a:t>
            </a:r>
          </a:p>
        </p:txBody>
      </p:sp>
      <p:sp>
        <p:nvSpPr>
          <p:cNvPr id="3" name="">
            <a:extLst xmlns:a="http://schemas.openxmlformats.org/drawingml/2006/main">
              <a:ext uri="{FF2B5EF4-FFF2-40B4-BE49-F238E27FC236}">
                <a16:creationId xmlns:a16="http://schemas.microsoft.com/office/drawing/2014/main" id="{13D69FB1-9764-4DE3-83A2-5EB8E0C355DD}"/>
              </a:ext>
            </a:extLst>
          </p:cNvPr>
          <p:cNvSpPr>
            <a:spLocks xmlns:a="http://schemas.openxmlformats.org/drawingml/2006/main" noGrp="1"/>
          </p:cNvSpPr>
          <p:nvPr/>
        </p:nvSpPr>
        <p:spPr>
          <a:xfrm xmlns:a="http://schemas.openxmlformats.org/drawingml/2006/main">
            <a:off x="609600" y="466725"/>
            <a:ext cx="10858500" cy="647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F7FAFD"/>
                </a:solidFill>
                <a:latin typeface="DejaVu Sans"/>
                <a:ea typeface="DejaVu Sans"/>
                <a:cs typeface="DejaVu Sans"/>
              </a:defRPr>
            </a:pPr>
            <a:r>
              <a:rPr sz="2925" b="1">
                <a:solidFill>
                  <a:srgbClr val="F7FAFD"/>
                </a:solidFill>
                <a:latin typeface="DejaVu Sans"/>
                <a:ea typeface="DejaVu Sans"/>
                <a:cs typeface="DejaVu Sans"/>
              </a:rPr>
              <a:t>Ενότητα 5 — Συνδεδεμένο όχημα</a:t>
            </a:r>
          </a:p>
        </p:txBody>
      </p:sp>
      <p:sp>
        <p:nvSpPr>
          <p:cNvPr id="4" name="">
            <a:extLst xmlns:a="http://schemas.openxmlformats.org/drawingml/2006/main">
              <a:ext uri="{FF2B5EF4-FFF2-40B4-BE49-F238E27FC236}">
                <a16:creationId xmlns:a16="http://schemas.microsoft.com/office/drawing/2014/main" id="{5689B28C-1A18-4808-A527-5C97413E9334}"/>
              </a:ext>
            </a:extLst>
          </p:cNvPr>
          <p:cNvSpPr>
            <a:spLocks xmlns:a="http://schemas.openxmlformats.org/drawingml/2006/main" noGrp="1"/>
          </p:cNvSpPr>
          <p:nvPr/>
        </p:nvSpPr>
        <p:spPr>
          <a:xfrm xmlns:a="http://schemas.openxmlformats.org/drawingml/2006/main">
            <a:off x="609600" y="1200150"/>
            <a:ext cx="781050" cy="47625"/>
          </a:xfrm>
          <a:prstGeom xmlns:a="http://schemas.openxmlformats.org/drawingml/2006/main" prst="rect">
            <a:avLst/>
          </a:prstGeom>
          <a:solidFill xmlns:a="http://schemas.openxmlformats.org/drawingml/2006/main">
            <a:srgbClr val="22AE68"/>
          </a:solidFill>
          <a:ln xmlns:a="http://schemas.openxmlformats.org/drawingml/2006/main" w="0">
            <a:solidFill>
              <a:srgbClr val="22AE68"/>
            </a:solidFill>
          </a:ln>
        </p:spPr>
      </p:sp>
      <p:sp>
        <p:nvSpPr>
          <p:cNvPr id="5" name="">
            <a:extLst xmlns:a="http://schemas.openxmlformats.org/drawingml/2006/main">
              <a:ext uri="{FF2B5EF4-FFF2-40B4-BE49-F238E27FC236}">
                <a16:creationId xmlns:a16="http://schemas.microsoft.com/office/drawing/2014/main" id="{7B0AF128-7836-41CD-85F7-3F50F3E43816}"/>
              </a:ext>
            </a:extLst>
          </p:cNvPr>
          <p:cNvSpPr>
            <a:spLocks xmlns:a="http://schemas.openxmlformats.org/drawingml/2006/main" noGrp="1"/>
          </p:cNvSpPr>
          <p:nvPr/>
        </p:nvSpPr>
        <p:spPr>
          <a:xfrm xmlns:a="http://schemas.openxmlformats.org/drawingml/2006/main">
            <a:off x="1847850" y="2028825"/>
            <a:ext cx="2286000" cy="2286000"/>
          </a:xfrm>
          <a:prstGeom xmlns:a="http://schemas.openxmlformats.org/drawingml/2006/main" prst="roundRect">
            <a:avLst>
              <a:gd name="adj" fmla="val 3333"/>
            </a:avLst>
          </a:prstGeom>
          <a:solidFill xmlns:a="http://schemas.openxmlformats.org/drawingml/2006/main">
            <a:srgbClr val="0B1D33"/>
          </a:solidFill>
          <a:ln xmlns:a="http://schemas.openxmlformats.org/drawingml/2006/main" w="19050">
            <a:solidFill>
              <a:srgbClr val="20C5E8"/>
            </a:solidFill>
          </a:ln>
        </p:spPr>
      </p:sp>
      <p:sp>
        <p:nvSpPr>
          <p:cNvPr id="6" name="">
            <a:extLst xmlns:a="http://schemas.openxmlformats.org/drawingml/2006/main">
              <a:ext uri="{FF2B5EF4-FFF2-40B4-BE49-F238E27FC236}">
                <a16:creationId xmlns:a16="http://schemas.microsoft.com/office/drawing/2014/main" id="{2755DCF0-2C71-4CFB-9011-C21F481C4177}"/>
              </a:ext>
            </a:extLst>
          </p:cNvPr>
          <p:cNvSpPr>
            <a:spLocks xmlns:a="http://schemas.openxmlformats.org/drawingml/2006/main" noGrp="1"/>
          </p:cNvSpPr>
          <p:nvPr/>
        </p:nvSpPr>
        <p:spPr>
          <a:xfrm xmlns:a="http://schemas.openxmlformats.org/drawingml/2006/main">
            <a:off x="2562225" y="2409825"/>
            <a:ext cx="857250" cy="857250"/>
          </a:xfrm>
          <a:prstGeom xmlns:a="http://schemas.openxmlformats.org/drawingml/2006/main" prst="roundRect">
            <a:avLst>
              <a:gd name="adj" fmla="val 8889"/>
            </a:avLst>
          </a:prstGeom>
          <a:solidFill xmlns:a="http://schemas.openxmlformats.org/drawingml/2006/main">
            <a:srgbClr val="071426"/>
          </a:solidFill>
          <a:ln xmlns:a="http://schemas.openxmlformats.org/drawingml/2006/main" w="19050">
            <a:solidFill>
              <a:srgbClr val="20C5E8"/>
            </a:solidFill>
          </a:ln>
        </p:spPr>
      </p:sp>
      <p:sp>
        <p:nvSpPr>
          <p:cNvPr id="7" name="">
            <a:extLst xmlns:a="http://schemas.openxmlformats.org/drawingml/2006/main">
              <a:ext uri="{FF2B5EF4-FFF2-40B4-BE49-F238E27FC236}">
                <a16:creationId xmlns:a16="http://schemas.microsoft.com/office/drawing/2014/main" id="{FA36A66C-897F-4B41-9F26-BD3ECE5FE44B}"/>
              </a:ext>
            </a:extLst>
          </p:cNvPr>
          <p:cNvSpPr>
            <a:spLocks xmlns:a="http://schemas.openxmlformats.org/drawingml/2006/main" noGrp="1"/>
          </p:cNvSpPr>
          <p:nvPr/>
        </p:nvSpPr>
        <p:spPr>
          <a:xfrm xmlns:a="http://schemas.openxmlformats.org/drawingml/2006/main">
            <a:off x="2095500" y="3448050"/>
            <a:ext cx="1790700" cy="3048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0C5E8"/>
                </a:solidFill>
                <a:latin typeface="DejaVu Sans"/>
                <a:ea typeface="DejaVu Sans"/>
                <a:cs typeface="DejaVu Sans"/>
              </a:defRPr>
            </a:pPr>
            <a:r>
              <a:rPr sz="1350" b="1">
                <a:solidFill>
                  <a:srgbClr val="20C5E8"/>
                </a:solidFill>
                <a:latin typeface="DejaVu Sans"/>
                <a:ea typeface="DejaVu Sans"/>
                <a:cs typeface="DejaVu Sans"/>
              </a:rPr>
              <a:t>ΟΧΗΜΑ</a:t>
            </a:r>
          </a:p>
        </p:txBody>
      </p:sp>
      <p:sp>
        <p:nvSpPr>
          <p:cNvPr id="8" name="">
            <a:extLst xmlns:a="http://schemas.openxmlformats.org/drawingml/2006/main">
              <a:ext uri="{FF2B5EF4-FFF2-40B4-BE49-F238E27FC236}">
                <a16:creationId xmlns:a16="http://schemas.microsoft.com/office/drawing/2014/main" id="{DEC5B9FC-BCA1-46F0-ACA3-9DA76A2CCA7F}"/>
              </a:ext>
            </a:extLst>
          </p:cNvPr>
          <p:cNvSpPr>
            <a:spLocks xmlns:a="http://schemas.openxmlformats.org/drawingml/2006/main" noGrp="1"/>
          </p:cNvSpPr>
          <p:nvPr/>
        </p:nvSpPr>
        <p:spPr>
          <a:xfrm xmlns:a="http://schemas.openxmlformats.org/drawingml/2006/main">
            <a:off x="2095500" y="3800475"/>
            <a:ext cx="17907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εσωτερικά δίκτυα</a:t>
            </a:r>
          </a:p>
        </p:txBody>
      </p:sp>
      <p:sp>
        <p:nvSpPr>
          <p:cNvPr id="9" name="">
            <a:extLst xmlns:a="http://schemas.openxmlformats.org/drawingml/2006/main">
              <a:ext uri="{FF2B5EF4-FFF2-40B4-BE49-F238E27FC236}">
                <a16:creationId xmlns:a16="http://schemas.microsoft.com/office/drawing/2014/main" id="{7D746CA6-C097-4966-9675-01D7CAB5BBBA}"/>
              </a:ext>
            </a:extLst>
          </p:cNvPr>
          <p:cNvSpPr>
            <a:spLocks xmlns:a="http://schemas.openxmlformats.org/drawingml/2006/main" noGrp="1"/>
          </p:cNvSpPr>
          <p:nvPr/>
        </p:nvSpPr>
        <p:spPr>
          <a:xfrm xmlns:a="http://schemas.openxmlformats.org/drawingml/2006/main">
            <a:off x="4876800" y="2028825"/>
            <a:ext cx="2286000" cy="2286000"/>
          </a:xfrm>
          <a:prstGeom xmlns:a="http://schemas.openxmlformats.org/drawingml/2006/main" prst="roundRect">
            <a:avLst>
              <a:gd name="adj" fmla="val 3333"/>
            </a:avLst>
          </a:prstGeom>
          <a:solidFill xmlns:a="http://schemas.openxmlformats.org/drawingml/2006/main">
            <a:srgbClr val="0B1D33"/>
          </a:solidFill>
          <a:ln xmlns:a="http://schemas.openxmlformats.org/drawingml/2006/main" w="19050">
            <a:solidFill>
              <a:srgbClr val="22AE68"/>
            </a:solidFill>
          </a:ln>
        </p:spPr>
      </p:sp>
      <p:sp>
        <p:nvSpPr>
          <p:cNvPr id="10" name="">
            <a:extLst xmlns:a="http://schemas.openxmlformats.org/drawingml/2006/main">
              <a:ext uri="{FF2B5EF4-FFF2-40B4-BE49-F238E27FC236}">
                <a16:creationId xmlns:a16="http://schemas.microsoft.com/office/drawing/2014/main" id="{6D139994-6445-46D6-90A5-F0FC524A4B26}"/>
              </a:ext>
            </a:extLst>
          </p:cNvPr>
          <p:cNvSpPr>
            <a:spLocks xmlns:a="http://schemas.openxmlformats.org/drawingml/2006/main" noGrp="1"/>
          </p:cNvSpPr>
          <p:nvPr/>
        </p:nvSpPr>
        <p:spPr>
          <a:xfrm xmlns:a="http://schemas.openxmlformats.org/drawingml/2006/main">
            <a:off x="5591175" y="2409825"/>
            <a:ext cx="857250" cy="857250"/>
          </a:xfrm>
          <a:prstGeom xmlns:a="http://schemas.openxmlformats.org/drawingml/2006/main" prst="roundRect">
            <a:avLst>
              <a:gd name="adj" fmla="val 8889"/>
            </a:avLst>
          </a:prstGeom>
          <a:solidFill xmlns:a="http://schemas.openxmlformats.org/drawingml/2006/main">
            <a:srgbClr val="071426"/>
          </a:solidFill>
          <a:ln xmlns:a="http://schemas.openxmlformats.org/drawingml/2006/main" w="19050">
            <a:solidFill>
              <a:srgbClr val="22AE68"/>
            </a:solidFill>
          </a:ln>
        </p:spPr>
      </p:sp>
      <p:sp>
        <p:nvSpPr>
          <p:cNvPr id="11" name="">
            <a:extLst xmlns:a="http://schemas.openxmlformats.org/drawingml/2006/main">
              <a:ext uri="{FF2B5EF4-FFF2-40B4-BE49-F238E27FC236}">
                <a16:creationId xmlns:a16="http://schemas.microsoft.com/office/drawing/2014/main" id="{15DB3F5C-B939-455C-9E5E-DD61997267DF}"/>
              </a:ext>
            </a:extLst>
          </p:cNvPr>
          <p:cNvSpPr>
            <a:spLocks xmlns:a="http://schemas.openxmlformats.org/drawingml/2006/main" noGrp="1"/>
          </p:cNvSpPr>
          <p:nvPr/>
        </p:nvSpPr>
        <p:spPr>
          <a:xfrm xmlns:a="http://schemas.openxmlformats.org/drawingml/2006/main">
            <a:off x="5124450" y="3448050"/>
            <a:ext cx="1790700" cy="3048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2AE68"/>
                </a:solidFill>
                <a:latin typeface="DejaVu Sans"/>
                <a:ea typeface="DejaVu Sans"/>
                <a:cs typeface="DejaVu Sans"/>
              </a:defRPr>
            </a:pPr>
            <a:r>
              <a:rPr sz="1350" b="1">
                <a:solidFill>
                  <a:srgbClr val="22AE68"/>
                </a:solidFill>
                <a:latin typeface="DejaVu Sans"/>
                <a:ea typeface="DejaVu Sans"/>
                <a:cs typeface="DejaVu Sans"/>
              </a:rPr>
              <a:t>ΥΠΟΔΟΜΗ</a:t>
            </a:r>
          </a:p>
        </p:txBody>
      </p:sp>
      <p:sp>
        <p:nvSpPr>
          <p:cNvPr id="12" name="">
            <a:extLst xmlns:a="http://schemas.openxmlformats.org/drawingml/2006/main">
              <a:ext uri="{FF2B5EF4-FFF2-40B4-BE49-F238E27FC236}">
                <a16:creationId xmlns:a16="http://schemas.microsoft.com/office/drawing/2014/main" id="{C9C93499-40C2-4DFE-9F8A-A38D5E38ACB3}"/>
              </a:ext>
            </a:extLst>
          </p:cNvPr>
          <p:cNvSpPr>
            <a:spLocks xmlns:a="http://schemas.openxmlformats.org/drawingml/2006/main" noGrp="1"/>
          </p:cNvSpPr>
          <p:nvPr/>
        </p:nvSpPr>
        <p:spPr>
          <a:xfrm xmlns:a="http://schemas.openxmlformats.org/drawingml/2006/main">
            <a:off x="5124450" y="3800475"/>
            <a:ext cx="17907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V2X · τηλεματική</a:t>
            </a:r>
          </a:p>
        </p:txBody>
      </p:sp>
      <p:sp>
        <p:nvSpPr>
          <p:cNvPr id="13" name="">
            <a:extLst xmlns:a="http://schemas.openxmlformats.org/drawingml/2006/main">
              <a:ext uri="{FF2B5EF4-FFF2-40B4-BE49-F238E27FC236}">
                <a16:creationId xmlns:a16="http://schemas.microsoft.com/office/drawing/2014/main" id="{905B9389-BCCD-486E-8C9D-C94074516FE2}"/>
              </a:ext>
            </a:extLst>
          </p:cNvPr>
          <p:cNvSpPr>
            <a:spLocks xmlns:a="http://schemas.openxmlformats.org/drawingml/2006/main" noGrp="1"/>
          </p:cNvSpPr>
          <p:nvPr/>
        </p:nvSpPr>
        <p:spPr>
          <a:xfrm xmlns:a="http://schemas.openxmlformats.org/drawingml/2006/main">
            <a:off x="7905750" y="2028825"/>
            <a:ext cx="2286000" cy="2286000"/>
          </a:xfrm>
          <a:prstGeom xmlns:a="http://schemas.openxmlformats.org/drawingml/2006/main" prst="roundRect">
            <a:avLst>
              <a:gd name="adj" fmla="val 3333"/>
            </a:avLst>
          </a:prstGeom>
          <a:solidFill xmlns:a="http://schemas.openxmlformats.org/drawingml/2006/main">
            <a:srgbClr val="0B1D33"/>
          </a:solidFill>
          <a:ln xmlns:a="http://schemas.openxmlformats.org/drawingml/2006/main" w="19050">
            <a:solidFill>
              <a:srgbClr val="FFB000"/>
            </a:solidFill>
          </a:ln>
        </p:spPr>
      </p:sp>
      <p:sp>
        <p:nvSpPr>
          <p:cNvPr id="14" name="">
            <a:extLst xmlns:a="http://schemas.openxmlformats.org/drawingml/2006/main">
              <a:ext uri="{FF2B5EF4-FFF2-40B4-BE49-F238E27FC236}">
                <a16:creationId xmlns:a16="http://schemas.microsoft.com/office/drawing/2014/main" id="{AF34AD26-BC2B-4634-9581-FAE71CA32AD1}"/>
              </a:ext>
            </a:extLst>
          </p:cNvPr>
          <p:cNvSpPr>
            <a:spLocks xmlns:a="http://schemas.openxmlformats.org/drawingml/2006/main" noGrp="1"/>
          </p:cNvSpPr>
          <p:nvPr/>
        </p:nvSpPr>
        <p:spPr>
          <a:xfrm xmlns:a="http://schemas.openxmlformats.org/drawingml/2006/main">
            <a:off x="8620125" y="2409825"/>
            <a:ext cx="857250" cy="857250"/>
          </a:xfrm>
          <a:prstGeom xmlns:a="http://schemas.openxmlformats.org/drawingml/2006/main" prst="roundRect">
            <a:avLst>
              <a:gd name="adj" fmla="val 8889"/>
            </a:avLst>
          </a:prstGeom>
          <a:solidFill xmlns:a="http://schemas.openxmlformats.org/drawingml/2006/main">
            <a:srgbClr val="071426"/>
          </a:solidFill>
          <a:ln xmlns:a="http://schemas.openxmlformats.org/drawingml/2006/main" w="19050">
            <a:solidFill>
              <a:srgbClr val="FFB000"/>
            </a:solidFill>
          </a:ln>
        </p:spPr>
      </p:sp>
      <p:sp>
        <p:nvSpPr>
          <p:cNvPr id="15" name="">
            <a:extLst xmlns:a="http://schemas.openxmlformats.org/drawingml/2006/main">
              <a:ext uri="{FF2B5EF4-FFF2-40B4-BE49-F238E27FC236}">
                <a16:creationId xmlns:a16="http://schemas.microsoft.com/office/drawing/2014/main" id="{5D19E30B-140B-4A7D-B1F5-45F3CC0B6344}"/>
              </a:ext>
            </a:extLst>
          </p:cNvPr>
          <p:cNvSpPr>
            <a:spLocks xmlns:a="http://schemas.openxmlformats.org/drawingml/2006/main" noGrp="1"/>
          </p:cNvSpPr>
          <p:nvPr/>
        </p:nvSpPr>
        <p:spPr>
          <a:xfrm xmlns:a="http://schemas.openxmlformats.org/drawingml/2006/main">
            <a:off x="8153400" y="3448050"/>
            <a:ext cx="1790700" cy="3048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B000"/>
                </a:solidFill>
                <a:latin typeface="DejaVu Sans"/>
                <a:ea typeface="DejaVu Sans"/>
                <a:cs typeface="DejaVu Sans"/>
              </a:defRPr>
            </a:pPr>
            <a:r>
              <a:rPr sz="1350" b="1">
                <a:solidFill>
                  <a:srgbClr val="FFB000"/>
                </a:solidFill>
                <a:latin typeface="DejaVu Sans"/>
                <a:ea typeface="DejaVu Sans"/>
                <a:cs typeface="DejaVu Sans"/>
              </a:rPr>
              <a:t>ΑΣΦΑΛΕΙΑ</a:t>
            </a:r>
          </a:p>
        </p:txBody>
      </p:sp>
      <p:sp>
        <p:nvSpPr>
          <p:cNvPr id="16" name="">
            <a:extLst xmlns:a="http://schemas.openxmlformats.org/drawingml/2006/main">
              <a:ext uri="{FF2B5EF4-FFF2-40B4-BE49-F238E27FC236}">
                <a16:creationId xmlns:a16="http://schemas.microsoft.com/office/drawing/2014/main" id="{D1B122B6-D992-4FED-864A-7E2771C1A15D}"/>
              </a:ext>
            </a:extLst>
          </p:cNvPr>
          <p:cNvSpPr>
            <a:spLocks xmlns:a="http://schemas.openxmlformats.org/drawingml/2006/main" noGrp="1"/>
          </p:cNvSpPr>
          <p:nvPr/>
        </p:nvSpPr>
        <p:spPr>
          <a:xfrm xmlns:a="http://schemas.openxmlformats.org/drawingml/2006/main">
            <a:off x="8153400" y="3800475"/>
            <a:ext cx="17907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πρόσβαση · δεδομένα</a:t>
            </a:r>
          </a:p>
        </p:txBody>
      </p:sp>
      <p:sp>
        <p:nvSpPr>
          <p:cNvPr id="17" name="">
            <a:extLst xmlns:a="http://schemas.openxmlformats.org/drawingml/2006/main">
              <a:ext uri="{FF2B5EF4-FFF2-40B4-BE49-F238E27FC236}">
                <a16:creationId xmlns:a16="http://schemas.microsoft.com/office/drawing/2014/main" id="{76B0DA32-8CA1-4FB2-9EDB-480D88EDA104}"/>
              </a:ext>
            </a:extLst>
          </p:cNvPr>
          <p:cNvSpPr>
            <a:spLocks xmlns:a="http://schemas.openxmlformats.org/drawingml/2006/main" noGrp="1"/>
          </p:cNvSpPr>
          <p:nvPr/>
        </p:nvSpPr>
        <p:spPr>
          <a:xfrm xmlns:a="http://schemas.openxmlformats.org/drawingml/2006/main">
            <a:off x="1828800" y="4819650"/>
            <a:ext cx="2286000" cy="3048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7FAFD"/>
                </a:solidFill>
                <a:latin typeface="DejaVu Sans"/>
                <a:ea typeface="DejaVu Sans"/>
                <a:cs typeface="DejaVu Sans"/>
              </a:defRPr>
            </a:pPr>
            <a:r>
              <a:rPr sz="1350" b="1">
                <a:solidFill>
                  <a:srgbClr val="F7FAFD"/>
                </a:solidFill>
                <a:latin typeface="DejaVu Sans"/>
                <a:ea typeface="DejaVu Sans"/>
                <a:cs typeface="DejaVu Sans"/>
              </a:rPr>
              <a:t>Τελική σύνθεση</a:t>
            </a:r>
          </a:p>
        </p:txBody>
      </p:sp>
      <p:sp>
        <p:nvSpPr>
          <p:cNvPr id="18" name="">
            <a:extLst xmlns:a="http://schemas.openxmlformats.org/drawingml/2006/main">
              <a:ext uri="{FF2B5EF4-FFF2-40B4-BE49-F238E27FC236}">
                <a16:creationId xmlns:a16="http://schemas.microsoft.com/office/drawing/2014/main" id="{E9FB0F3F-6A19-45A5-AC25-C5E18DA4D439}"/>
              </a:ext>
            </a:extLst>
          </p:cNvPr>
          <p:cNvSpPr>
            <a:spLocks xmlns:a="http://schemas.openxmlformats.org/drawingml/2006/main" noGrp="1"/>
          </p:cNvSpPr>
          <p:nvPr/>
        </p:nvSpPr>
        <p:spPr>
          <a:xfrm xmlns:a="http://schemas.openxmlformats.org/drawingml/2006/main">
            <a:off x="4381500" y="4762500"/>
            <a:ext cx="5810250" cy="4572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84455"/>
          </a:bodyPr>
          <a:lstStyle xmlns:a="http://schemas.openxmlformats.org/drawingml/2006/main"/>
          <a:p xmlns:a="http://schemas.openxmlformats.org/drawingml/2006/main">
            <a:pPr algn="ctr">
              <a:defRPr sz="1425" b="1">
                <a:solidFill>
                  <a:srgbClr val="F7FAFD"/>
                </a:solidFill>
                <a:latin typeface="DejaVu Sans"/>
                <a:ea typeface="DejaVu Sans"/>
                <a:cs typeface="DejaVu Sans"/>
              </a:defRPr>
            </a:pPr>
            <a:r>
              <a:rPr sz="1425" b="1">
                <a:solidFill>
                  <a:srgbClr val="F7FAFD"/>
                </a:solidFill>
                <a:latin typeface="DejaVu Sans"/>
                <a:ea typeface="DejaVu Sans"/>
                <a:cs typeface="DejaVu Sans"/>
              </a:rPr>
              <a:t>Αξιολόγηση με σενάρια: από το σύμπτωμα στη λογική διάγνωση.</a:t>
            </a:r>
          </a:p>
        </p:txBody>
      </p:sp>
      <p:sp>
        <p:nvSpPr>
          <p:cNvPr id="19" name="">
            <a:extLst xmlns:a="http://schemas.openxmlformats.org/drawingml/2006/main">
              <a:ext uri="{FF2B5EF4-FFF2-40B4-BE49-F238E27FC236}">
                <a16:creationId xmlns:a16="http://schemas.microsoft.com/office/drawing/2014/main" id="{D0A3050C-E8B0-4F75-9749-170BF09356EF}"/>
              </a:ext>
            </a:extLst>
          </p:cNvPr>
          <p:cNvSpPr>
            <a:spLocks xmlns:a="http://schemas.openxmlformats.org/drawingml/2006/main" noGrp="1"/>
          </p:cNvSpPr>
          <p:nvPr/>
        </p:nvSpPr>
        <p:spPr>
          <a:xfrm xmlns:a="http://schemas.openxmlformats.org/drawingml/2006/main">
            <a:off x="609600" y="6477000"/>
            <a:ext cx="44767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l">
              <a:defRPr sz="788" b="0">
                <a:solidFill>
                  <a:srgbClr val="9CADC2"/>
                </a:solidFill>
                <a:latin typeface="DejaVu Sans"/>
                <a:ea typeface="DejaVu Sans"/>
                <a:cs typeface="DejaVu Sans"/>
              </a:defRPr>
            </a:pPr>
            <a:r>
              <a:rPr sz="788" b="0">
                <a:solidFill>
                  <a:srgbClr val="9CADC2"/>
                </a:solidFill>
                <a:latin typeface="DejaVu Sans"/>
                <a:ea typeface="DejaVu Sans"/>
                <a:cs typeface="DejaVu Sans"/>
              </a:rPr>
              <a:t>Δίκτυα και Επικοινωνία Οχημάτων</a:t>
            </a:r>
          </a:p>
        </p:txBody>
      </p:sp>
      <p:sp>
        <p:nvSpPr>
          <p:cNvPr id="20" name="">
            <a:extLst xmlns:a="http://schemas.openxmlformats.org/drawingml/2006/main">
              <a:ext uri="{FF2B5EF4-FFF2-40B4-BE49-F238E27FC236}">
                <a16:creationId xmlns:a16="http://schemas.microsoft.com/office/drawing/2014/main" id="{46BB0284-29EC-43B1-9FEE-FFF51ABF4AE8}"/>
              </a:ext>
            </a:extLst>
          </p:cNvPr>
          <p:cNvSpPr>
            <a:spLocks xmlns:a="http://schemas.openxmlformats.org/drawingml/2006/main" noGrp="1"/>
          </p:cNvSpPr>
          <p:nvPr/>
        </p:nvSpPr>
        <p:spPr>
          <a:xfrm xmlns:a="http://schemas.openxmlformats.org/drawingml/2006/main">
            <a:off x="11049000" y="6477000"/>
            <a:ext cx="5143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r">
              <a:defRPr sz="788" b="1">
                <a:solidFill>
                  <a:srgbClr val="9CADC2"/>
                </a:solidFill>
                <a:latin typeface="DejaVu Sans"/>
                <a:ea typeface="DejaVu Sans"/>
                <a:cs typeface="DejaVu Sans"/>
              </a:defRPr>
            </a:pPr>
            <a:r>
              <a:rPr sz="788" b="1">
                <a:solidFill>
                  <a:srgbClr val="9CADC2"/>
                </a:solidFill>
                <a:latin typeface="DejaVu Sans"/>
                <a:ea typeface="DejaVu Sans"/>
                <a:cs typeface="DejaVu Sans"/>
              </a:rPr>
              <a:t>09</a:t>
            </a:r>
          </a:p>
        </p:txBody>
      </p:sp>
    </p:spTree>
    <p:extLst>
      <p:ext uri="{BB962C8B-B14F-4D97-AF65-F5344CB8AC3E}">
        <p14:creationId xmlns:p14="http://schemas.microsoft.com/office/powerpoint/2010/main" val="191044867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AA93A94-240D-45EF-8120-F1780C17B7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A"/>
          </a:solidFill>
          <a:ln xmlns:a="http://schemas.openxmlformats.org/drawingml/2006/main" w="0">
            <a:solidFill>
              <a:srgbClr val="F4F7FA"/>
            </a:solidFill>
          </a:ln>
        </p:spPr>
      </p:sp>
      <p:sp>
        <p:nvSpPr>
          <p:cNvPr id="2" name="">
            <a:extLst xmlns:a="http://schemas.openxmlformats.org/drawingml/2006/main">
              <a:ext uri="{FF2B5EF4-FFF2-40B4-BE49-F238E27FC236}">
                <a16:creationId xmlns:a16="http://schemas.microsoft.com/office/drawing/2014/main" id="{94F34041-1D7A-4963-87F7-8B9B2607FCF3}"/>
              </a:ext>
            </a:extLst>
          </p:cNvPr>
          <p:cNvSpPr>
            <a:spLocks xmlns:a="http://schemas.openxmlformats.org/drawingml/2006/main" noGrp="1"/>
          </p:cNvSpPr>
          <p:nvPr/>
        </p:nvSpPr>
        <p:spPr>
          <a:xfrm xmlns:a="http://schemas.openxmlformats.org/drawingml/2006/main">
            <a:off x="609600" y="209550"/>
            <a:ext cx="590550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0C5E8"/>
                </a:solidFill>
                <a:latin typeface="DejaVu Sans"/>
                <a:ea typeface="DejaVu Sans"/>
                <a:cs typeface="DejaVu Sans"/>
              </a:defRPr>
            </a:pPr>
            <a:r>
              <a:rPr sz="900" b="1">
                <a:solidFill>
                  <a:srgbClr val="20C5E8"/>
                </a:solidFill>
                <a:latin typeface="DejaVu Sans"/>
                <a:ea typeface="DejaVu Sans"/>
                <a:cs typeface="DejaVu Sans"/>
              </a:rPr>
              <a:t>09 · ΤΡΌΠΟΣ ΕΡΓΑΣΊΑΣ</a:t>
            </a:r>
          </a:p>
        </p:txBody>
      </p:sp>
      <p:sp>
        <p:nvSpPr>
          <p:cNvPr id="3" name="">
            <a:extLst xmlns:a="http://schemas.openxmlformats.org/drawingml/2006/main">
              <a:ext uri="{FF2B5EF4-FFF2-40B4-BE49-F238E27FC236}">
                <a16:creationId xmlns:a16="http://schemas.microsoft.com/office/drawing/2014/main" id="{8937F1FD-2A4B-4B1F-BE51-028395A38FC1}"/>
              </a:ext>
            </a:extLst>
          </p:cNvPr>
          <p:cNvSpPr>
            <a:spLocks xmlns:a="http://schemas.openxmlformats.org/drawingml/2006/main" noGrp="1"/>
          </p:cNvSpPr>
          <p:nvPr/>
        </p:nvSpPr>
        <p:spPr>
          <a:xfrm xmlns:a="http://schemas.openxmlformats.org/drawingml/2006/main">
            <a:off x="609600" y="466725"/>
            <a:ext cx="10858500" cy="647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071426"/>
                </a:solidFill>
                <a:latin typeface="DejaVu Sans"/>
                <a:ea typeface="DejaVu Sans"/>
                <a:cs typeface="DejaVu Sans"/>
              </a:defRPr>
            </a:pPr>
            <a:r>
              <a:rPr sz="2925" b="1">
                <a:solidFill>
                  <a:srgbClr val="071426"/>
                </a:solidFill>
                <a:latin typeface="DejaVu Sans"/>
                <a:ea typeface="DejaVu Sans"/>
                <a:cs typeface="DejaVu Sans"/>
              </a:rPr>
              <a:t>Πώς θα δουλεύουμε κάθε εβδομάδα</a:t>
            </a:r>
          </a:p>
        </p:txBody>
      </p:sp>
      <p:sp>
        <p:nvSpPr>
          <p:cNvPr id="4" name="">
            <a:extLst xmlns:a="http://schemas.openxmlformats.org/drawingml/2006/main">
              <a:ext uri="{FF2B5EF4-FFF2-40B4-BE49-F238E27FC236}">
                <a16:creationId xmlns:a16="http://schemas.microsoft.com/office/drawing/2014/main" id="{A4D1E934-1D69-4327-AB88-AB288295E825}"/>
              </a:ext>
            </a:extLst>
          </p:cNvPr>
          <p:cNvSpPr>
            <a:spLocks xmlns:a="http://schemas.openxmlformats.org/drawingml/2006/main" noGrp="1"/>
          </p:cNvSpPr>
          <p:nvPr/>
        </p:nvSpPr>
        <p:spPr>
          <a:xfrm xmlns:a="http://schemas.openxmlformats.org/drawingml/2006/main">
            <a:off x="609600" y="1200150"/>
            <a:ext cx="781050" cy="47625"/>
          </a:xfrm>
          <a:prstGeom xmlns:a="http://schemas.openxmlformats.org/drawingml/2006/main" prst="rect">
            <a:avLst/>
          </a:prstGeom>
          <a:solidFill xmlns:a="http://schemas.openxmlformats.org/drawingml/2006/main">
            <a:srgbClr val="20C5E8"/>
          </a:solidFill>
          <a:ln xmlns:a="http://schemas.openxmlformats.org/drawingml/2006/main" w="0">
            <a:solidFill>
              <a:srgbClr val="20C5E8"/>
            </a:solidFill>
          </a:ln>
        </p:spPr>
      </p:sp>
      <p:sp>
        <p:nvSpPr>
          <p:cNvPr id="5" name="">
            <a:extLst xmlns:a="http://schemas.openxmlformats.org/drawingml/2006/main">
              <a:ext uri="{FF2B5EF4-FFF2-40B4-BE49-F238E27FC236}">
                <a16:creationId xmlns:a16="http://schemas.microsoft.com/office/drawing/2014/main" id="{C032160F-E959-482B-871A-C7022B4E5F41}"/>
              </a:ext>
            </a:extLst>
          </p:cNvPr>
          <p:cNvSpPr>
            <a:spLocks xmlns:a="http://schemas.openxmlformats.org/drawingml/2006/main" noGrp="1"/>
          </p:cNvSpPr>
          <p:nvPr/>
        </p:nvSpPr>
        <p:spPr>
          <a:xfrm xmlns:a="http://schemas.openxmlformats.org/drawingml/2006/main">
            <a:off x="628650" y="1381125"/>
            <a:ext cx="93345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3637A"/>
                </a:solidFill>
                <a:latin typeface="DejaVu Sans"/>
                <a:ea typeface="DejaVu Sans"/>
                <a:cs typeface="DejaVu Sans"/>
              </a:defRPr>
            </a:pPr>
            <a:r>
              <a:rPr sz="1350" b="0">
                <a:solidFill>
                  <a:srgbClr val="53637A"/>
                </a:solidFill>
                <a:latin typeface="DejaVu Sans"/>
                <a:ea typeface="DejaVu Sans"/>
                <a:cs typeface="DejaVu Sans"/>
              </a:rPr>
              <a:t>Κάθε τετράωρο συνδέει θεωρία, εφαρμογή και ανατροφοδότηση.</a:t>
            </a:r>
          </a:p>
        </p:txBody>
      </p:sp>
      <p:sp>
        <p:nvSpPr>
          <p:cNvPr id="6" name="">
            <a:extLst xmlns:a="http://schemas.openxmlformats.org/drawingml/2006/main">
              <a:ext uri="{FF2B5EF4-FFF2-40B4-BE49-F238E27FC236}">
                <a16:creationId xmlns:a16="http://schemas.microsoft.com/office/drawing/2014/main" id="{A68C1DA7-95A1-4ED1-B240-BE70217DAB40}"/>
              </a:ext>
            </a:extLst>
          </p:cNvPr>
          <p:cNvSpPr>
            <a:spLocks xmlns:a="http://schemas.openxmlformats.org/drawingml/2006/main" noGrp="1"/>
          </p:cNvSpPr>
          <p:nvPr/>
        </p:nvSpPr>
        <p:spPr>
          <a:xfrm xmlns:a="http://schemas.openxmlformats.org/drawingml/2006/main">
            <a:off x="628650" y="2076450"/>
            <a:ext cx="24193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14288">
            <a:solidFill>
              <a:srgbClr val="C9D5E3"/>
            </a:solidFill>
          </a:ln>
        </p:spPr>
      </p:sp>
      <p:sp>
        <p:nvSpPr>
          <p:cNvPr id="7" name="">
            <a:extLst xmlns:a="http://schemas.openxmlformats.org/drawingml/2006/main">
              <a:ext uri="{FF2B5EF4-FFF2-40B4-BE49-F238E27FC236}">
                <a16:creationId xmlns:a16="http://schemas.microsoft.com/office/drawing/2014/main" id="{D82DCC76-A22D-470F-B953-EA234328E594}"/>
              </a:ext>
            </a:extLst>
          </p:cNvPr>
          <p:cNvSpPr>
            <a:spLocks xmlns:a="http://schemas.openxmlformats.org/drawingml/2006/main" noGrp="1"/>
          </p:cNvSpPr>
          <p:nvPr/>
        </p:nvSpPr>
        <p:spPr>
          <a:xfrm xmlns:a="http://schemas.openxmlformats.org/drawingml/2006/main">
            <a:off x="857250" y="2305050"/>
            <a:ext cx="552450" cy="552450"/>
          </a:xfrm>
          <a:prstGeom xmlns:a="http://schemas.openxmlformats.org/drawingml/2006/main" prst="roundRect">
            <a:avLst>
              <a:gd name="adj" fmla="val 13793"/>
            </a:avLst>
          </a:prstGeom>
          <a:solidFill xmlns:a="http://schemas.openxmlformats.org/drawingml/2006/main">
            <a:srgbClr val="F4F7FA"/>
          </a:solidFill>
          <a:ln xmlns:a="http://schemas.openxmlformats.org/drawingml/2006/main" w="14288">
            <a:solidFill>
              <a:srgbClr val="2F76FF"/>
            </a:solidFill>
          </a:ln>
        </p:spPr>
      </p:sp>
      <p:sp>
        <p:nvSpPr>
          <p:cNvPr id="8" name="">
            <a:extLst xmlns:a="http://schemas.openxmlformats.org/drawingml/2006/main">
              <a:ext uri="{FF2B5EF4-FFF2-40B4-BE49-F238E27FC236}">
                <a16:creationId xmlns:a16="http://schemas.microsoft.com/office/drawing/2014/main" id="{2FEBC488-91ED-412E-850E-0514F23A59E7}"/>
              </a:ext>
            </a:extLst>
          </p:cNvPr>
          <p:cNvSpPr>
            <a:spLocks xmlns:a="http://schemas.openxmlformats.org/drawingml/2006/main" noGrp="1"/>
          </p:cNvSpPr>
          <p:nvPr/>
        </p:nvSpPr>
        <p:spPr>
          <a:xfrm xmlns:a="http://schemas.openxmlformats.org/drawingml/2006/main">
            <a:off x="857250" y="2305050"/>
            <a:ext cx="552450" cy="5524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2F76FF"/>
                </a:solidFill>
                <a:latin typeface="DejaVu Sans"/>
                <a:ea typeface="DejaVu Sans"/>
                <a:cs typeface="DejaVu Sans"/>
              </a:defRPr>
            </a:pPr>
            <a:r>
              <a:rPr sz="1500" b="1">
                <a:solidFill>
                  <a:srgbClr val="2F76FF"/>
                </a:solidFill>
                <a:latin typeface="DejaVu Sans"/>
                <a:ea typeface="DejaVu Sans"/>
                <a:cs typeface="DejaVu Sans"/>
              </a:rPr>
              <a:t>1</a:t>
            </a:r>
          </a:p>
        </p:txBody>
      </p:sp>
      <p:sp>
        <p:nvSpPr>
          <p:cNvPr id="9" name="">
            <a:extLst xmlns:a="http://schemas.openxmlformats.org/drawingml/2006/main">
              <a:ext uri="{FF2B5EF4-FFF2-40B4-BE49-F238E27FC236}">
                <a16:creationId xmlns:a16="http://schemas.microsoft.com/office/drawing/2014/main" id="{8816367B-5E93-4394-9A8B-02BF0C8123EF}"/>
              </a:ext>
            </a:extLst>
          </p:cNvPr>
          <p:cNvSpPr>
            <a:spLocks xmlns:a="http://schemas.openxmlformats.org/drawingml/2006/main" noGrp="1"/>
          </p:cNvSpPr>
          <p:nvPr/>
        </p:nvSpPr>
        <p:spPr>
          <a:xfrm xmlns:a="http://schemas.openxmlformats.org/drawingml/2006/main">
            <a:off x="857250" y="3067050"/>
            <a:ext cx="196215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163" b="1">
                <a:solidFill>
                  <a:srgbClr val="071426"/>
                </a:solidFill>
                <a:latin typeface="DejaVu Sans"/>
                <a:ea typeface="DejaVu Sans"/>
                <a:cs typeface="DejaVu Sans"/>
              </a:defRPr>
            </a:pPr>
            <a:r>
              <a:rPr sz="1163" b="1">
                <a:solidFill>
                  <a:srgbClr val="071426"/>
                </a:solidFill>
                <a:latin typeface="DejaVu Sans"/>
                <a:ea typeface="DejaVu Sans"/>
                <a:cs typeface="DejaVu Sans"/>
              </a:rPr>
              <a:t>ΘΕΩΡΙΑ</a:t>
            </a:r>
          </a:p>
        </p:txBody>
      </p:sp>
      <p:sp>
        <p:nvSpPr>
          <p:cNvPr id="10" name="">
            <a:extLst xmlns:a="http://schemas.openxmlformats.org/drawingml/2006/main">
              <a:ext uri="{FF2B5EF4-FFF2-40B4-BE49-F238E27FC236}">
                <a16:creationId xmlns:a16="http://schemas.microsoft.com/office/drawing/2014/main" id="{62F97EFC-A377-46A6-BCEA-34CECA554587}"/>
              </a:ext>
            </a:extLst>
          </p:cNvPr>
          <p:cNvSpPr>
            <a:spLocks xmlns:a="http://schemas.openxmlformats.org/drawingml/2006/main" noGrp="1"/>
          </p:cNvSpPr>
          <p:nvPr/>
        </p:nvSpPr>
        <p:spPr>
          <a:xfrm xmlns:a="http://schemas.openxmlformats.org/drawingml/2006/main">
            <a:off x="857250" y="3390900"/>
            <a:ext cx="196215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53637A"/>
                </a:solidFill>
                <a:latin typeface="DejaVu Sans"/>
                <a:ea typeface="DejaVu Sans"/>
                <a:cs typeface="DejaVu Sans"/>
              </a:defRPr>
            </a:pPr>
            <a:r>
              <a:rPr sz="975" b="0">
                <a:solidFill>
                  <a:srgbClr val="53637A"/>
                </a:solidFill>
                <a:latin typeface="DejaVu Sans"/>
                <a:ea typeface="DejaVu Sans"/>
                <a:cs typeface="DejaVu Sans"/>
              </a:rPr>
              <a:t>βασικές έννοιες</a:t>
            </a:r>
          </a:p>
        </p:txBody>
      </p:sp>
      <p:sp>
        <p:nvSpPr>
          <p:cNvPr id="11" name="">
            <a:extLst xmlns:a="http://schemas.openxmlformats.org/drawingml/2006/main">
              <a:ext uri="{FF2B5EF4-FFF2-40B4-BE49-F238E27FC236}">
                <a16:creationId xmlns:a16="http://schemas.microsoft.com/office/drawing/2014/main" id="{ECBC0049-7079-433B-8FF8-6553C99723EF}"/>
              </a:ext>
            </a:extLst>
          </p:cNvPr>
          <p:cNvSpPr>
            <a:spLocks xmlns:a="http://schemas.openxmlformats.org/drawingml/2006/main" noGrp="1"/>
          </p:cNvSpPr>
          <p:nvPr/>
        </p:nvSpPr>
        <p:spPr>
          <a:xfrm xmlns:a="http://schemas.openxmlformats.org/drawingml/2006/main">
            <a:off x="857250" y="3924300"/>
            <a:ext cx="19621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2F76FF"/>
                </a:solidFill>
                <a:latin typeface="DejaVu Sans"/>
                <a:ea typeface="DejaVu Sans"/>
                <a:cs typeface="DejaVu Sans"/>
              </a:defRPr>
            </a:pPr>
            <a:r>
              <a:rPr sz="1125" b="1">
                <a:solidFill>
                  <a:srgbClr val="2F76FF"/>
                </a:solidFill>
                <a:latin typeface="DejaVu Sans"/>
                <a:ea typeface="DejaVu Sans"/>
                <a:cs typeface="DejaVu Sans"/>
              </a:rPr>
              <a:t>~90′</a:t>
            </a:r>
          </a:p>
        </p:txBody>
      </p:sp>
      <p:sp>
        <p:nvSpPr>
          <p:cNvPr id="12" name="">
            <a:extLst xmlns:a="http://schemas.openxmlformats.org/drawingml/2006/main">
              <a:ext uri="{FF2B5EF4-FFF2-40B4-BE49-F238E27FC236}">
                <a16:creationId xmlns:a16="http://schemas.microsoft.com/office/drawing/2014/main" id="{E1BA28E4-2070-4116-A0CF-393EEBC99811}"/>
              </a:ext>
            </a:extLst>
          </p:cNvPr>
          <p:cNvSpPr>
            <a:spLocks xmlns:a="http://schemas.openxmlformats.org/drawingml/2006/main" noGrp="1"/>
          </p:cNvSpPr>
          <p:nvPr/>
        </p:nvSpPr>
        <p:spPr>
          <a:xfrm xmlns:a="http://schemas.openxmlformats.org/drawingml/2006/main">
            <a:off x="3048000" y="3200400"/>
            <a:ext cx="304800" cy="47625"/>
          </a:xfrm>
          <a:prstGeom xmlns:a="http://schemas.openxmlformats.org/drawingml/2006/main" prst="rect">
            <a:avLst/>
          </a:prstGeom>
          <a:solidFill xmlns:a="http://schemas.openxmlformats.org/drawingml/2006/main">
            <a:srgbClr val="C9D5E3"/>
          </a:solidFill>
          <a:ln xmlns:a="http://schemas.openxmlformats.org/drawingml/2006/main" w="0">
            <a:solidFill>
              <a:srgbClr val="C9D5E3"/>
            </a:solidFill>
          </a:ln>
        </p:spPr>
      </p:sp>
      <p:sp>
        <p:nvSpPr>
          <p:cNvPr id="13" name="">
            <a:extLst xmlns:a="http://schemas.openxmlformats.org/drawingml/2006/main">
              <a:ext uri="{FF2B5EF4-FFF2-40B4-BE49-F238E27FC236}">
                <a16:creationId xmlns:a16="http://schemas.microsoft.com/office/drawing/2014/main" id="{D435E988-5BF8-4AC3-939F-135CEF09483D}"/>
              </a:ext>
            </a:extLst>
          </p:cNvPr>
          <p:cNvSpPr>
            <a:spLocks xmlns:a="http://schemas.openxmlformats.org/drawingml/2006/main" noGrp="1"/>
          </p:cNvSpPr>
          <p:nvPr/>
        </p:nvSpPr>
        <p:spPr>
          <a:xfrm xmlns:a="http://schemas.openxmlformats.org/drawingml/2006/main">
            <a:off x="3352800" y="2076450"/>
            <a:ext cx="24193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14288">
            <a:solidFill>
              <a:srgbClr val="C9D5E3"/>
            </a:solidFill>
          </a:ln>
        </p:spPr>
      </p:sp>
      <p:sp>
        <p:nvSpPr>
          <p:cNvPr id="14" name="">
            <a:extLst xmlns:a="http://schemas.openxmlformats.org/drawingml/2006/main">
              <a:ext uri="{FF2B5EF4-FFF2-40B4-BE49-F238E27FC236}">
                <a16:creationId xmlns:a16="http://schemas.microsoft.com/office/drawing/2014/main" id="{A6792F71-1F24-41C9-8885-B0581A89A81E}"/>
              </a:ext>
            </a:extLst>
          </p:cNvPr>
          <p:cNvSpPr>
            <a:spLocks xmlns:a="http://schemas.openxmlformats.org/drawingml/2006/main" noGrp="1"/>
          </p:cNvSpPr>
          <p:nvPr/>
        </p:nvSpPr>
        <p:spPr>
          <a:xfrm xmlns:a="http://schemas.openxmlformats.org/drawingml/2006/main">
            <a:off x="3581400" y="2305050"/>
            <a:ext cx="552450" cy="552450"/>
          </a:xfrm>
          <a:prstGeom xmlns:a="http://schemas.openxmlformats.org/drawingml/2006/main" prst="roundRect">
            <a:avLst>
              <a:gd name="adj" fmla="val 13793"/>
            </a:avLst>
          </a:prstGeom>
          <a:solidFill xmlns:a="http://schemas.openxmlformats.org/drawingml/2006/main">
            <a:srgbClr val="F4F7FA"/>
          </a:solidFill>
          <a:ln xmlns:a="http://schemas.openxmlformats.org/drawingml/2006/main" w="14288">
            <a:solidFill>
              <a:srgbClr val="20C5E8"/>
            </a:solidFill>
          </a:ln>
        </p:spPr>
      </p:sp>
      <p:sp>
        <p:nvSpPr>
          <p:cNvPr id="15" name="">
            <a:extLst xmlns:a="http://schemas.openxmlformats.org/drawingml/2006/main">
              <a:ext uri="{FF2B5EF4-FFF2-40B4-BE49-F238E27FC236}">
                <a16:creationId xmlns:a16="http://schemas.microsoft.com/office/drawing/2014/main" id="{40F8AC3B-BB07-47C3-A540-7AE94E53087C}"/>
              </a:ext>
            </a:extLst>
          </p:cNvPr>
          <p:cNvSpPr>
            <a:spLocks xmlns:a="http://schemas.openxmlformats.org/drawingml/2006/main" noGrp="1"/>
          </p:cNvSpPr>
          <p:nvPr/>
        </p:nvSpPr>
        <p:spPr>
          <a:xfrm xmlns:a="http://schemas.openxmlformats.org/drawingml/2006/main">
            <a:off x="3581400" y="2305050"/>
            <a:ext cx="552450" cy="5524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20C5E8"/>
                </a:solidFill>
                <a:latin typeface="DejaVu Sans"/>
                <a:ea typeface="DejaVu Sans"/>
                <a:cs typeface="DejaVu Sans"/>
              </a:defRPr>
            </a:pPr>
            <a:r>
              <a:rPr sz="1500" b="1">
                <a:solidFill>
                  <a:srgbClr val="20C5E8"/>
                </a:solidFill>
                <a:latin typeface="DejaVu Sans"/>
                <a:ea typeface="DejaVu Sans"/>
                <a:cs typeface="DejaVu Sans"/>
              </a:rPr>
              <a:t>2</a:t>
            </a:r>
          </a:p>
        </p:txBody>
      </p:sp>
      <p:sp>
        <p:nvSpPr>
          <p:cNvPr id="16" name="">
            <a:extLst xmlns:a="http://schemas.openxmlformats.org/drawingml/2006/main">
              <a:ext uri="{FF2B5EF4-FFF2-40B4-BE49-F238E27FC236}">
                <a16:creationId xmlns:a16="http://schemas.microsoft.com/office/drawing/2014/main" id="{F1D8DC56-D0C2-474B-8ACE-2F5F2F79D2DC}"/>
              </a:ext>
            </a:extLst>
          </p:cNvPr>
          <p:cNvSpPr>
            <a:spLocks xmlns:a="http://schemas.openxmlformats.org/drawingml/2006/main" noGrp="1"/>
          </p:cNvSpPr>
          <p:nvPr/>
        </p:nvSpPr>
        <p:spPr>
          <a:xfrm xmlns:a="http://schemas.openxmlformats.org/drawingml/2006/main">
            <a:off x="3581400" y="3067050"/>
            <a:ext cx="196215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163" b="1">
                <a:solidFill>
                  <a:srgbClr val="071426"/>
                </a:solidFill>
                <a:latin typeface="DejaVu Sans"/>
                <a:ea typeface="DejaVu Sans"/>
                <a:cs typeface="DejaVu Sans"/>
              </a:defRPr>
            </a:pPr>
            <a:r>
              <a:rPr sz="1163" b="1">
                <a:solidFill>
                  <a:srgbClr val="071426"/>
                </a:solidFill>
                <a:latin typeface="DejaVu Sans"/>
                <a:ea typeface="DejaVu Sans"/>
                <a:cs typeface="DejaVu Sans"/>
              </a:rPr>
              <a:t>ΠΑΡΑΔΕΙΓΜΑ</a:t>
            </a:r>
          </a:p>
        </p:txBody>
      </p:sp>
      <p:sp>
        <p:nvSpPr>
          <p:cNvPr id="17" name="">
            <a:extLst xmlns:a="http://schemas.openxmlformats.org/drawingml/2006/main">
              <a:ext uri="{FF2B5EF4-FFF2-40B4-BE49-F238E27FC236}">
                <a16:creationId xmlns:a16="http://schemas.microsoft.com/office/drawing/2014/main" id="{D3EDB051-2526-400A-9900-7D883A65CE24}"/>
              </a:ext>
            </a:extLst>
          </p:cNvPr>
          <p:cNvSpPr>
            <a:spLocks xmlns:a="http://schemas.openxmlformats.org/drawingml/2006/main" noGrp="1"/>
          </p:cNvSpPr>
          <p:nvPr/>
        </p:nvSpPr>
        <p:spPr>
          <a:xfrm xmlns:a="http://schemas.openxmlformats.org/drawingml/2006/main">
            <a:off x="3581400" y="3390900"/>
            <a:ext cx="196215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53637A"/>
                </a:solidFill>
                <a:latin typeface="DejaVu Sans"/>
                <a:ea typeface="DejaVu Sans"/>
                <a:cs typeface="DejaVu Sans"/>
              </a:defRPr>
            </a:pPr>
            <a:r>
              <a:rPr sz="975" b="0">
                <a:solidFill>
                  <a:srgbClr val="53637A"/>
                </a:solidFill>
                <a:latin typeface="DejaVu Sans"/>
                <a:ea typeface="DejaVu Sans"/>
                <a:cs typeface="DejaVu Sans"/>
              </a:rPr>
              <a:t>σενάριο οχήματος</a:t>
            </a:r>
          </a:p>
        </p:txBody>
      </p:sp>
      <p:sp>
        <p:nvSpPr>
          <p:cNvPr id="18" name="">
            <a:extLst xmlns:a="http://schemas.openxmlformats.org/drawingml/2006/main">
              <a:ext uri="{FF2B5EF4-FFF2-40B4-BE49-F238E27FC236}">
                <a16:creationId xmlns:a16="http://schemas.microsoft.com/office/drawing/2014/main" id="{114060E3-C70D-4243-AD80-D37B46DC1444}"/>
              </a:ext>
            </a:extLst>
          </p:cNvPr>
          <p:cNvSpPr>
            <a:spLocks xmlns:a="http://schemas.openxmlformats.org/drawingml/2006/main" noGrp="1"/>
          </p:cNvSpPr>
          <p:nvPr/>
        </p:nvSpPr>
        <p:spPr>
          <a:xfrm xmlns:a="http://schemas.openxmlformats.org/drawingml/2006/main">
            <a:off x="3581400" y="3924300"/>
            <a:ext cx="19621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20C5E8"/>
                </a:solidFill>
                <a:latin typeface="DejaVu Sans"/>
                <a:ea typeface="DejaVu Sans"/>
                <a:cs typeface="DejaVu Sans"/>
              </a:defRPr>
            </a:pPr>
            <a:r>
              <a:rPr sz="1125" b="1">
                <a:solidFill>
                  <a:srgbClr val="20C5E8"/>
                </a:solidFill>
                <a:latin typeface="DejaVu Sans"/>
                <a:ea typeface="DejaVu Sans"/>
                <a:cs typeface="DejaVu Sans"/>
              </a:rPr>
              <a:t>10–15′</a:t>
            </a:r>
          </a:p>
        </p:txBody>
      </p:sp>
      <p:sp>
        <p:nvSpPr>
          <p:cNvPr id="19" name="">
            <a:extLst xmlns:a="http://schemas.openxmlformats.org/drawingml/2006/main">
              <a:ext uri="{FF2B5EF4-FFF2-40B4-BE49-F238E27FC236}">
                <a16:creationId xmlns:a16="http://schemas.microsoft.com/office/drawing/2014/main" id="{B8B7506A-5D38-44ED-BB45-D34A6F96E64C}"/>
              </a:ext>
            </a:extLst>
          </p:cNvPr>
          <p:cNvSpPr>
            <a:spLocks xmlns:a="http://schemas.openxmlformats.org/drawingml/2006/main" noGrp="1"/>
          </p:cNvSpPr>
          <p:nvPr/>
        </p:nvSpPr>
        <p:spPr>
          <a:xfrm xmlns:a="http://schemas.openxmlformats.org/drawingml/2006/main">
            <a:off x="5772150" y="3200400"/>
            <a:ext cx="304800" cy="47625"/>
          </a:xfrm>
          <a:prstGeom xmlns:a="http://schemas.openxmlformats.org/drawingml/2006/main" prst="rect">
            <a:avLst/>
          </a:prstGeom>
          <a:solidFill xmlns:a="http://schemas.openxmlformats.org/drawingml/2006/main">
            <a:srgbClr val="C9D5E3"/>
          </a:solidFill>
          <a:ln xmlns:a="http://schemas.openxmlformats.org/drawingml/2006/main" w="0">
            <a:solidFill>
              <a:srgbClr val="C9D5E3"/>
            </a:solidFill>
          </a:ln>
        </p:spPr>
      </p:sp>
      <p:sp>
        <p:nvSpPr>
          <p:cNvPr id="20" name="">
            <a:extLst xmlns:a="http://schemas.openxmlformats.org/drawingml/2006/main">
              <a:ext uri="{FF2B5EF4-FFF2-40B4-BE49-F238E27FC236}">
                <a16:creationId xmlns:a16="http://schemas.microsoft.com/office/drawing/2014/main" id="{2742F2E0-3E9B-4815-BE8F-647D0BDC7D95}"/>
              </a:ext>
            </a:extLst>
          </p:cNvPr>
          <p:cNvSpPr>
            <a:spLocks xmlns:a="http://schemas.openxmlformats.org/drawingml/2006/main" noGrp="1"/>
          </p:cNvSpPr>
          <p:nvPr/>
        </p:nvSpPr>
        <p:spPr>
          <a:xfrm xmlns:a="http://schemas.openxmlformats.org/drawingml/2006/main">
            <a:off x="6076950" y="2076450"/>
            <a:ext cx="24193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14288">
            <a:solidFill>
              <a:srgbClr val="C9D5E3"/>
            </a:solidFill>
          </a:ln>
        </p:spPr>
      </p:sp>
      <p:sp>
        <p:nvSpPr>
          <p:cNvPr id="21" name="">
            <a:extLst xmlns:a="http://schemas.openxmlformats.org/drawingml/2006/main">
              <a:ext uri="{FF2B5EF4-FFF2-40B4-BE49-F238E27FC236}">
                <a16:creationId xmlns:a16="http://schemas.microsoft.com/office/drawing/2014/main" id="{2EC333CD-2C02-41B6-A3D2-08E2CC515B21}"/>
              </a:ext>
            </a:extLst>
          </p:cNvPr>
          <p:cNvSpPr>
            <a:spLocks xmlns:a="http://schemas.openxmlformats.org/drawingml/2006/main" noGrp="1"/>
          </p:cNvSpPr>
          <p:nvPr/>
        </p:nvSpPr>
        <p:spPr>
          <a:xfrm xmlns:a="http://schemas.openxmlformats.org/drawingml/2006/main">
            <a:off x="6305550" y="2305050"/>
            <a:ext cx="552450" cy="552450"/>
          </a:xfrm>
          <a:prstGeom xmlns:a="http://schemas.openxmlformats.org/drawingml/2006/main" prst="roundRect">
            <a:avLst>
              <a:gd name="adj" fmla="val 13793"/>
            </a:avLst>
          </a:prstGeom>
          <a:solidFill xmlns:a="http://schemas.openxmlformats.org/drawingml/2006/main">
            <a:srgbClr val="F4F7FA"/>
          </a:solidFill>
          <a:ln xmlns:a="http://schemas.openxmlformats.org/drawingml/2006/main" w="14288">
            <a:solidFill>
              <a:srgbClr val="22AE68"/>
            </a:solidFill>
          </a:ln>
        </p:spPr>
      </p:sp>
      <p:sp>
        <p:nvSpPr>
          <p:cNvPr id="22" name="">
            <a:extLst xmlns:a="http://schemas.openxmlformats.org/drawingml/2006/main">
              <a:ext uri="{FF2B5EF4-FFF2-40B4-BE49-F238E27FC236}">
                <a16:creationId xmlns:a16="http://schemas.microsoft.com/office/drawing/2014/main" id="{25B0D8C0-C593-4861-898F-AF416D2C2F24}"/>
              </a:ext>
            </a:extLst>
          </p:cNvPr>
          <p:cNvSpPr>
            <a:spLocks xmlns:a="http://schemas.openxmlformats.org/drawingml/2006/main" noGrp="1"/>
          </p:cNvSpPr>
          <p:nvPr/>
        </p:nvSpPr>
        <p:spPr>
          <a:xfrm xmlns:a="http://schemas.openxmlformats.org/drawingml/2006/main">
            <a:off x="6305550" y="2305050"/>
            <a:ext cx="552450" cy="5524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22AE68"/>
                </a:solidFill>
                <a:latin typeface="DejaVu Sans"/>
                <a:ea typeface="DejaVu Sans"/>
                <a:cs typeface="DejaVu Sans"/>
              </a:defRPr>
            </a:pPr>
            <a:r>
              <a:rPr sz="1500" b="1">
                <a:solidFill>
                  <a:srgbClr val="22AE68"/>
                </a:solidFill>
                <a:latin typeface="DejaVu Sans"/>
                <a:ea typeface="DejaVu Sans"/>
                <a:cs typeface="DejaVu Sans"/>
              </a:rPr>
              <a:t>3</a:t>
            </a:r>
          </a:p>
        </p:txBody>
      </p:sp>
      <p:sp>
        <p:nvSpPr>
          <p:cNvPr id="23" name="">
            <a:extLst xmlns:a="http://schemas.openxmlformats.org/drawingml/2006/main">
              <a:ext uri="{FF2B5EF4-FFF2-40B4-BE49-F238E27FC236}">
                <a16:creationId xmlns:a16="http://schemas.microsoft.com/office/drawing/2014/main" id="{1EBCAB22-0998-4275-8675-98069A256F2A}"/>
              </a:ext>
            </a:extLst>
          </p:cNvPr>
          <p:cNvSpPr>
            <a:spLocks xmlns:a="http://schemas.openxmlformats.org/drawingml/2006/main" noGrp="1"/>
          </p:cNvSpPr>
          <p:nvPr/>
        </p:nvSpPr>
        <p:spPr>
          <a:xfrm xmlns:a="http://schemas.openxmlformats.org/drawingml/2006/main">
            <a:off x="6305550" y="3067050"/>
            <a:ext cx="196215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163" b="1">
                <a:solidFill>
                  <a:srgbClr val="071426"/>
                </a:solidFill>
                <a:latin typeface="DejaVu Sans"/>
                <a:ea typeface="DejaVu Sans"/>
                <a:cs typeface="DejaVu Sans"/>
              </a:defRPr>
            </a:pPr>
            <a:r>
              <a:rPr sz="1163" b="1">
                <a:solidFill>
                  <a:srgbClr val="071426"/>
                </a:solidFill>
                <a:latin typeface="DejaVu Sans"/>
                <a:ea typeface="DejaVu Sans"/>
                <a:cs typeface="DejaVu Sans"/>
              </a:rPr>
              <a:t>ΕΡΓΑΣΤΗΡΙΟ</a:t>
            </a:r>
          </a:p>
        </p:txBody>
      </p:sp>
      <p:sp>
        <p:nvSpPr>
          <p:cNvPr id="24" name="">
            <a:extLst xmlns:a="http://schemas.openxmlformats.org/drawingml/2006/main">
              <a:ext uri="{FF2B5EF4-FFF2-40B4-BE49-F238E27FC236}">
                <a16:creationId xmlns:a16="http://schemas.microsoft.com/office/drawing/2014/main" id="{4DE89B19-844A-4B86-9B4A-45107931D0BA}"/>
              </a:ext>
            </a:extLst>
          </p:cNvPr>
          <p:cNvSpPr>
            <a:spLocks xmlns:a="http://schemas.openxmlformats.org/drawingml/2006/main" noGrp="1"/>
          </p:cNvSpPr>
          <p:nvPr/>
        </p:nvSpPr>
        <p:spPr>
          <a:xfrm xmlns:a="http://schemas.openxmlformats.org/drawingml/2006/main">
            <a:off x="6305550" y="3390900"/>
            <a:ext cx="196215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53637A"/>
                </a:solidFill>
                <a:latin typeface="DejaVu Sans"/>
                <a:ea typeface="DejaVu Sans"/>
                <a:cs typeface="DejaVu Sans"/>
              </a:defRPr>
            </a:pPr>
            <a:r>
              <a:rPr sz="975" b="0">
                <a:solidFill>
                  <a:srgbClr val="53637A"/>
                </a:solidFill>
                <a:latin typeface="DejaVu Sans"/>
                <a:ea typeface="DejaVu Sans"/>
                <a:cs typeface="DejaVu Sans"/>
              </a:rPr>
              <a:t>δραστηριότητα Η/Υ</a:t>
            </a:r>
          </a:p>
        </p:txBody>
      </p:sp>
      <p:sp>
        <p:nvSpPr>
          <p:cNvPr id="25" name="">
            <a:extLst xmlns:a="http://schemas.openxmlformats.org/drawingml/2006/main">
              <a:ext uri="{FF2B5EF4-FFF2-40B4-BE49-F238E27FC236}">
                <a16:creationId xmlns:a16="http://schemas.microsoft.com/office/drawing/2014/main" id="{A5502229-08A1-4DCE-8F3B-3F19CB8CCE20}"/>
              </a:ext>
            </a:extLst>
          </p:cNvPr>
          <p:cNvSpPr>
            <a:spLocks xmlns:a="http://schemas.openxmlformats.org/drawingml/2006/main" noGrp="1"/>
          </p:cNvSpPr>
          <p:nvPr/>
        </p:nvSpPr>
        <p:spPr>
          <a:xfrm xmlns:a="http://schemas.openxmlformats.org/drawingml/2006/main">
            <a:off x="6305550" y="3924300"/>
            <a:ext cx="19621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22AE68"/>
                </a:solidFill>
                <a:latin typeface="DejaVu Sans"/>
                <a:ea typeface="DejaVu Sans"/>
                <a:cs typeface="DejaVu Sans"/>
              </a:defRPr>
            </a:pPr>
            <a:r>
              <a:rPr sz="1125" b="1">
                <a:solidFill>
                  <a:srgbClr val="22AE68"/>
                </a:solidFill>
                <a:latin typeface="DejaVu Sans"/>
                <a:ea typeface="DejaVu Sans"/>
                <a:cs typeface="DejaVu Sans"/>
              </a:rPr>
              <a:t>~90′</a:t>
            </a:r>
          </a:p>
        </p:txBody>
      </p:sp>
      <p:sp>
        <p:nvSpPr>
          <p:cNvPr id="26" name="">
            <a:extLst xmlns:a="http://schemas.openxmlformats.org/drawingml/2006/main">
              <a:ext uri="{FF2B5EF4-FFF2-40B4-BE49-F238E27FC236}">
                <a16:creationId xmlns:a16="http://schemas.microsoft.com/office/drawing/2014/main" id="{AE4E4C14-1CA3-4F91-A13F-1431F249BF65}"/>
              </a:ext>
            </a:extLst>
          </p:cNvPr>
          <p:cNvSpPr>
            <a:spLocks xmlns:a="http://schemas.openxmlformats.org/drawingml/2006/main" noGrp="1"/>
          </p:cNvSpPr>
          <p:nvPr/>
        </p:nvSpPr>
        <p:spPr>
          <a:xfrm xmlns:a="http://schemas.openxmlformats.org/drawingml/2006/main">
            <a:off x="8496300" y="3200400"/>
            <a:ext cx="304800" cy="47625"/>
          </a:xfrm>
          <a:prstGeom xmlns:a="http://schemas.openxmlformats.org/drawingml/2006/main" prst="rect">
            <a:avLst/>
          </a:prstGeom>
          <a:solidFill xmlns:a="http://schemas.openxmlformats.org/drawingml/2006/main">
            <a:srgbClr val="C9D5E3"/>
          </a:solidFill>
          <a:ln xmlns:a="http://schemas.openxmlformats.org/drawingml/2006/main" w="0">
            <a:solidFill>
              <a:srgbClr val="C9D5E3"/>
            </a:solidFill>
          </a:ln>
        </p:spPr>
      </p:sp>
      <p:sp>
        <p:nvSpPr>
          <p:cNvPr id="27" name="">
            <a:extLst xmlns:a="http://schemas.openxmlformats.org/drawingml/2006/main">
              <a:ext uri="{FF2B5EF4-FFF2-40B4-BE49-F238E27FC236}">
                <a16:creationId xmlns:a16="http://schemas.microsoft.com/office/drawing/2014/main" id="{43A85087-48A4-4766-BAC2-66F17864091C}"/>
              </a:ext>
            </a:extLst>
          </p:cNvPr>
          <p:cNvSpPr>
            <a:spLocks xmlns:a="http://schemas.openxmlformats.org/drawingml/2006/main" noGrp="1"/>
          </p:cNvSpPr>
          <p:nvPr/>
        </p:nvSpPr>
        <p:spPr>
          <a:xfrm xmlns:a="http://schemas.openxmlformats.org/drawingml/2006/main">
            <a:off x="8801100" y="2076450"/>
            <a:ext cx="24193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14288">
            <a:solidFill>
              <a:srgbClr val="C9D5E3"/>
            </a:solidFill>
          </a:ln>
        </p:spPr>
      </p:sp>
      <p:sp>
        <p:nvSpPr>
          <p:cNvPr id="28" name="">
            <a:extLst xmlns:a="http://schemas.openxmlformats.org/drawingml/2006/main">
              <a:ext uri="{FF2B5EF4-FFF2-40B4-BE49-F238E27FC236}">
                <a16:creationId xmlns:a16="http://schemas.microsoft.com/office/drawing/2014/main" id="{54F6325B-C36A-4A7A-B783-01F093E5C191}"/>
              </a:ext>
            </a:extLst>
          </p:cNvPr>
          <p:cNvSpPr>
            <a:spLocks xmlns:a="http://schemas.openxmlformats.org/drawingml/2006/main" noGrp="1"/>
          </p:cNvSpPr>
          <p:nvPr/>
        </p:nvSpPr>
        <p:spPr>
          <a:xfrm xmlns:a="http://schemas.openxmlformats.org/drawingml/2006/main">
            <a:off x="9029700" y="2305050"/>
            <a:ext cx="552450" cy="552450"/>
          </a:xfrm>
          <a:prstGeom xmlns:a="http://schemas.openxmlformats.org/drawingml/2006/main" prst="roundRect">
            <a:avLst>
              <a:gd name="adj" fmla="val 13793"/>
            </a:avLst>
          </a:prstGeom>
          <a:solidFill xmlns:a="http://schemas.openxmlformats.org/drawingml/2006/main">
            <a:srgbClr val="F4F7FA"/>
          </a:solidFill>
          <a:ln xmlns:a="http://schemas.openxmlformats.org/drawingml/2006/main" w="14288">
            <a:solidFill>
              <a:srgbClr val="FFB000"/>
            </a:solidFill>
          </a:ln>
        </p:spPr>
      </p:sp>
      <p:sp>
        <p:nvSpPr>
          <p:cNvPr id="29" name="">
            <a:extLst xmlns:a="http://schemas.openxmlformats.org/drawingml/2006/main">
              <a:ext uri="{FF2B5EF4-FFF2-40B4-BE49-F238E27FC236}">
                <a16:creationId xmlns:a16="http://schemas.microsoft.com/office/drawing/2014/main" id="{289760D3-9532-4050-A4FA-A1AE697CD4D7}"/>
              </a:ext>
            </a:extLst>
          </p:cNvPr>
          <p:cNvSpPr>
            <a:spLocks xmlns:a="http://schemas.openxmlformats.org/drawingml/2006/main" noGrp="1"/>
          </p:cNvSpPr>
          <p:nvPr/>
        </p:nvSpPr>
        <p:spPr>
          <a:xfrm xmlns:a="http://schemas.openxmlformats.org/drawingml/2006/main">
            <a:off x="9029700" y="2305050"/>
            <a:ext cx="552450" cy="5524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B000"/>
                </a:solidFill>
                <a:latin typeface="DejaVu Sans"/>
                <a:ea typeface="DejaVu Sans"/>
                <a:cs typeface="DejaVu Sans"/>
              </a:defRPr>
            </a:pPr>
            <a:r>
              <a:rPr sz="1500" b="1">
                <a:solidFill>
                  <a:srgbClr val="FFB000"/>
                </a:solidFill>
                <a:latin typeface="DejaVu Sans"/>
                <a:ea typeface="DejaVu Sans"/>
                <a:cs typeface="DejaVu Sans"/>
              </a:rPr>
              <a:t>4</a:t>
            </a:r>
          </a:p>
        </p:txBody>
      </p:sp>
      <p:sp>
        <p:nvSpPr>
          <p:cNvPr id="30" name="">
            <a:extLst xmlns:a="http://schemas.openxmlformats.org/drawingml/2006/main">
              <a:ext uri="{FF2B5EF4-FFF2-40B4-BE49-F238E27FC236}">
                <a16:creationId xmlns:a16="http://schemas.microsoft.com/office/drawing/2014/main" id="{10DCE9F8-B497-4680-81FF-F71CDB244D08}"/>
              </a:ext>
            </a:extLst>
          </p:cNvPr>
          <p:cNvSpPr>
            <a:spLocks xmlns:a="http://schemas.openxmlformats.org/drawingml/2006/main" noGrp="1"/>
          </p:cNvSpPr>
          <p:nvPr/>
        </p:nvSpPr>
        <p:spPr>
          <a:xfrm xmlns:a="http://schemas.openxmlformats.org/drawingml/2006/main">
            <a:off x="9029700" y="3067050"/>
            <a:ext cx="196215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163" b="1">
                <a:solidFill>
                  <a:srgbClr val="071426"/>
                </a:solidFill>
                <a:latin typeface="DejaVu Sans"/>
                <a:ea typeface="DejaVu Sans"/>
                <a:cs typeface="DejaVu Sans"/>
              </a:defRPr>
            </a:pPr>
            <a:r>
              <a:rPr sz="1163" b="1">
                <a:solidFill>
                  <a:srgbClr val="071426"/>
                </a:solidFill>
                <a:latin typeface="DejaVu Sans"/>
                <a:ea typeface="DejaVu Sans"/>
                <a:cs typeface="DejaVu Sans"/>
              </a:rPr>
              <a:t>ΕΛΕΓΧΟΣ</a:t>
            </a:r>
          </a:p>
        </p:txBody>
      </p:sp>
      <p:sp>
        <p:nvSpPr>
          <p:cNvPr id="31" name="">
            <a:extLst xmlns:a="http://schemas.openxmlformats.org/drawingml/2006/main">
              <a:ext uri="{FF2B5EF4-FFF2-40B4-BE49-F238E27FC236}">
                <a16:creationId xmlns:a16="http://schemas.microsoft.com/office/drawing/2014/main" id="{5DEE0612-BC7D-4484-AB44-412D652F88FF}"/>
              </a:ext>
            </a:extLst>
          </p:cNvPr>
          <p:cNvSpPr>
            <a:spLocks xmlns:a="http://schemas.openxmlformats.org/drawingml/2006/main" noGrp="1"/>
          </p:cNvSpPr>
          <p:nvPr/>
        </p:nvSpPr>
        <p:spPr>
          <a:xfrm xmlns:a="http://schemas.openxmlformats.org/drawingml/2006/main">
            <a:off x="9029700" y="3390900"/>
            <a:ext cx="196215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53637A"/>
                </a:solidFill>
                <a:latin typeface="DejaVu Sans"/>
                <a:ea typeface="DejaVu Sans"/>
                <a:cs typeface="DejaVu Sans"/>
              </a:defRPr>
            </a:pPr>
            <a:r>
              <a:rPr sz="975" b="0">
                <a:solidFill>
                  <a:srgbClr val="53637A"/>
                </a:solidFill>
                <a:latin typeface="DejaVu Sans"/>
                <a:ea typeface="DejaVu Sans"/>
                <a:cs typeface="DejaVu Sans"/>
              </a:rPr>
              <a:t>φύλλο + μικρό τεστ</a:t>
            </a:r>
          </a:p>
        </p:txBody>
      </p:sp>
      <p:sp>
        <p:nvSpPr>
          <p:cNvPr id="32" name="">
            <a:extLst xmlns:a="http://schemas.openxmlformats.org/drawingml/2006/main">
              <a:ext uri="{FF2B5EF4-FFF2-40B4-BE49-F238E27FC236}">
                <a16:creationId xmlns:a16="http://schemas.microsoft.com/office/drawing/2014/main" id="{3BB13A8A-9C73-4DD5-8369-84291FC1B499}"/>
              </a:ext>
            </a:extLst>
          </p:cNvPr>
          <p:cNvSpPr>
            <a:spLocks xmlns:a="http://schemas.openxmlformats.org/drawingml/2006/main" noGrp="1"/>
          </p:cNvSpPr>
          <p:nvPr/>
        </p:nvSpPr>
        <p:spPr>
          <a:xfrm xmlns:a="http://schemas.openxmlformats.org/drawingml/2006/main">
            <a:off x="9029700" y="3924300"/>
            <a:ext cx="19621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B000"/>
                </a:solidFill>
                <a:latin typeface="DejaVu Sans"/>
                <a:ea typeface="DejaVu Sans"/>
                <a:cs typeface="DejaVu Sans"/>
              </a:defRPr>
            </a:pPr>
            <a:r>
              <a:rPr sz="1125" b="1">
                <a:solidFill>
                  <a:srgbClr val="FFB000"/>
                </a:solidFill>
                <a:latin typeface="DejaVu Sans"/>
                <a:ea typeface="DejaVu Sans"/>
                <a:cs typeface="DejaVu Sans"/>
              </a:rPr>
              <a:t>15–20′</a:t>
            </a:r>
          </a:p>
        </p:txBody>
      </p:sp>
      <p:sp>
        <p:nvSpPr>
          <p:cNvPr id="33" name="">
            <a:extLst xmlns:a="http://schemas.openxmlformats.org/drawingml/2006/main">
              <a:ext uri="{FF2B5EF4-FFF2-40B4-BE49-F238E27FC236}">
                <a16:creationId xmlns:a16="http://schemas.microsoft.com/office/drawing/2014/main" id="{B9979A55-2192-4529-8CDE-E82D29C92142}"/>
              </a:ext>
            </a:extLst>
          </p:cNvPr>
          <p:cNvSpPr>
            <a:spLocks xmlns:a="http://schemas.openxmlformats.org/drawingml/2006/main" noGrp="1"/>
          </p:cNvSpPr>
          <p:nvPr/>
        </p:nvSpPr>
        <p:spPr>
          <a:xfrm xmlns:a="http://schemas.openxmlformats.org/drawingml/2006/main">
            <a:off x="628650" y="4819650"/>
            <a:ext cx="10668000" cy="876300"/>
          </a:xfrm>
          <a:prstGeom xmlns:a="http://schemas.openxmlformats.org/drawingml/2006/main" prst="roundRect">
            <a:avLst>
              <a:gd name="adj" fmla="val 8696"/>
            </a:avLst>
          </a:prstGeom>
          <a:solidFill xmlns:a="http://schemas.openxmlformats.org/drawingml/2006/main">
            <a:srgbClr val="071426"/>
          </a:solidFill>
          <a:ln xmlns:a="http://schemas.openxmlformats.org/drawingml/2006/main" w="0">
            <a:solidFill>
              <a:srgbClr val="071426"/>
            </a:solidFill>
          </a:ln>
        </p:spPr>
      </p:sp>
      <p:sp>
        <p:nvSpPr>
          <p:cNvPr id="34" name="">
            <a:extLst xmlns:a="http://schemas.openxmlformats.org/drawingml/2006/main">
              <a:ext uri="{FF2B5EF4-FFF2-40B4-BE49-F238E27FC236}">
                <a16:creationId xmlns:a16="http://schemas.microsoft.com/office/drawing/2014/main" id="{986489FF-7928-4855-9E9B-0771BBA60010}"/>
              </a:ext>
            </a:extLst>
          </p:cNvPr>
          <p:cNvSpPr>
            <a:spLocks xmlns:a="http://schemas.openxmlformats.org/drawingml/2006/main" noGrp="1"/>
          </p:cNvSpPr>
          <p:nvPr/>
        </p:nvSpPr>
        <p:spPr>
          <a:xfrm xmlns:a="http://schemas.openxmlformats.org/drawingml/2006/main">
            <a:off x="914400" y="5010150"/>
            <a:ext cx="10096500" cy="4762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7FAFD"/>
                </a:solidFill>
                <a:latin typeface="DejaVu Sans"/>
                <a:ea typeface="DejaVu Sans"/>
                <a:cs typeface="DejaVu Sans"/>
              </a:defRPr>
            </a:pPr>
            <a:r>
              <a:rPr sz="1500" b="1">
                <a:solidFill>
                  <a:srgbClr val="F7FAFD"/>
                </a:solidFill>
                <a:latin typeface="DejaVu Sans"/>
                <a:ea typeface="DejaVu Sans"/>
                <a:cs typeface="DejaVu Sans"/>
              </a:rPr>
              <a:t>Παρουσίαση  +  φύλλο εργασίας  +  σενάριο διάγνωσης  +  τεστ αυτοελέγχου</a:t>
            </a:r>
          </a:p>
        </p:txBody>
      </p:sp>
      <p:sp>
        <p:nvSpPr>
          <p:cNvPr id="35" name="">
            <a:extLst xmlns:a="http://schemas.openxmlformats.org/drawingml/2006/main">
              <a:ext uri="{FF2B5EF4-FFF2-40B4-BE49-F238E27FC236}">
                <a16:creationId xmlns:a16="http://schemas.microsoft.com/office/drawing/2014/main" id="{EE72DF76-D20D-4DFF-AF86-0AAA122CCA27}"/>
              </a:ext>
            </a:extLst>
          </p:cNvPr>
          <p:cNvSpPr>
            <a:spLocks xmlns:a="http://schemas.openxmlformats.org/drawingml/2006/main" noGrp="1"/>
          </p:cNvSpPr>
          <p:nvPr/>
        </p:nvSpPr>
        <p:spPr>
          <a:xfrm xmlns:a="http://schemas.openxmlformats.org/drawingml/2006/main">
            <a:off x="609600" y="6477000"/>
            <a:ext cx="44767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l">
              <a:defRPr sz="788" b="0">
                <a:solidFill>
                  <a:srgbClr val="53637A"/>
                </a:solidFill>
                <a:latin typeface="DejaVu Sans"/>
                <a:ea typeface="DejaVu Sans"/>
                <a:cs typeface="DejaVu Sans"/>
              </a:defRPr>
            </a:pPr>
            <a:r>
              <a:rPr sz="788" b="0">
                <a:solidFill>
                  <a:srgbClr val="53637A"/>
                </a:solidFill>
                <a:latin typeface="DejaVu Sans"/>
                <a:ea typeface="DejaVu Sans"/>
                <a:cs typeface="DejaVu Sans"/>
              </a:rPr>
              <a:t>Δίκτυα και Επικοινωνία Οχημάτων</a:t>
            </a:r>
          </a:p>
        </p:txBody>
      </p:sp>
      <p:sp>
        <p:nvSpPr>
          <p:cNvPr id="36" name="">
            <a:extLst xmlns:a="http://schemas.openxmlformats.org/drawingml/2006/main">
              <a:ext uri="{FF2B5EF4-FFF2-40B4-BE49-F238E27FC236}">
                <a16:creationId xmlns:a16="http://schemas.microsoft.com/office/drawing/2014/main" id="{2F567605-0250-490B-AE07-2761E118A402}"/>
              </a:ext>
            </a:extLst>
          </p:cNvPr>
          <p:cNvSpPr>
            <a:spLocks xmlns:a="http://schemas.openxmlformats.org/drawingml/2006/main" noGrp="1"/>
          </p:cNvSpPr>
          <p:nvPr/>
        </p:nvSpPr>
        <p:spPr>
          <a:xfrm xmlns:a="http://schemas.openxmlformats.org/drawingml/2006/main">
            <a:off x="11049000" y="6477000"/>
            <a:ext cx="5143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r">
              <a:defRPr sz="788" b="1">
                <a:solidFill>
                  <a:srgbClr val="53637A"/>
                </a:solidFill>
                <a:latin typeface="DejaVu Sans"/>
                <a:ea typeface="DejaVu Sans"/>
                <a:cs typeface="DejaVu Sans"/>
              </a:defRPr>
            </a:pPr>
            <a:r>
              <a:rPr sz="788" b="1">
                <a:solidFill>
                  <a:srgbClr val="53637A"/>
                </a:solidFill>
                <a:latin typeface="DejaVu Sans"/>
                <a:ea typeface="DejaVu Sans"/>
                <a:cs typeface="DejaVu Sans"/>
              </a:rPr>
              <a:t>10</a:t>
            </a:r>
          </a:p>
        </p:txBody>
      </p:sp>
    </p:spTree>
    <p:extLst>
      <p:ext uri="{BB962C8B-B14F-4D97-AF65-F5344CB8AC3E}">
        <p14:creationId xmlns:p14="http://schemas.microsoft.com/office/powerpoint/2010/main" val="16025589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8BF77AE-583B-4DF6-B06B-0FFC87668BF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426"/>
          </a:solidFill>
          <a:ln xmlns:a="http://schemas.openxmlformats.org/drawingml/2006/main" w="0">
            <a:solidFill>
              <a:srgbClr val="071426"/>
            </a:solidFill>
          </a:ln>
        </p:spPr>
      </p:sp>
      <p:sp>
        <p:nvSpPr>
          <p:cNvPr id="2" name="">
            <a:extLst xmlns:a="http://schemas.openxmlformats.org/drawingml/2006/main">
              <a:ext uri="{FF2B5EF4-FFF2-40B4-BE49-F238E27FC236}">
                <a16:creationId xmlns:a16="http://schemas.microsoft.com/office/drawing/2014/main" id="{3DB5146B-16ED-4417-8825-B0CB74D747D5}"/>
              </a:ext>
            </a:extLst>
          </p:cNvPr>
          <p:cNvSpPr>
            <a:spLocks xmlns:a="http://schemas.openxmlformats.org/drawingml/2006/main" noGrp="1"/>
          </p:cNvSpPr>
          <p:nvPr/>
        </p:nvSpPr>
        <p:spPr>
          <a:xfrm xmlns:a="http://schemas.openxmlformats.org/drawingml/2006/main">
            <a:off x="609600" y="209550"/>
            <a:ext cx="590550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0C5E8"/>
                </a:solidFill>
                <a:latin typeface="DejaVu Sans"/>
                <a:ea typeface="DejaVu Sans"/>
                <a:cs typeface="DejaVu Sans"/>
              </a:defRPr>
            </a:pPr>
            <a:r>
              <a:rPr sz="900" b="1">
                <a:solidFill>
                  <a:srgbClr val="20C5E8"/>
                </a:solidFill>
                <a:latin typeface="DejaVu Sans"/>
                <a:ea typeface="DejaVu Sans"/>
                <a:cs typeface="DejaVu Sans"/>
              </a:rPr>
              <a:t>10 · ΜΑΘΗΣΙΑΚΆ ΑΠΟΤΕΛΈΣΜΑΤΑ</a:t>
            </a:r>
          </a:p>
        </p:txBody>
      </p:sp>
      <p:sp>
        <p:nvSpPr>
          <p:cNvPr id="3" name="">
            <a:extLst xmlns:a="http://schemas.openxmlformats.org/drawingml/2006/main">
              <a:ext uri="{FF2B5EF4-FFF2-40B4-BE49-F238E27FC236}">
                <a16:creationId xmlns:a16="http://schemas.microsoft.com/office/drawing/2014/main" id="{B9DBD708-2F86-4B4E-ACEB-9EF67C00D07B}"/>
              </a:ext>
            </a:extLst>
          </p:cNvPr>
          <p:cNvSpPr>
            <a:spLocks xmlns:a="http://schemas.openxmlformats.org/drawingml/2006/main" noGrp="1"/>
          </p:cNvSpPr>
          <p:nvPr/>
        </p:nvSpPr>
        <p:spPr>
          <a:xfrm xmlns:a="http://schemas.openxmlformats.org/drawingml/2006/main">
            <a:off x="609600" y="466725"/>
            <a:ext cx="10858500" cy="647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F7FAFD"/>
                </a:solidFill>
                <a:latin typeface="DejaVu Sans"/>
                <a:ea typeface="DejaVu Sans"/>
                <a:cs typeface="DejaVu Sans"/>
              </a:defRPr>
            </a:pPr>
            <a:r>
              <a:rPr sz="2925" b="1">
                <a:solidFill>
                  <a:srgbClr val="F7FAFD"/>
                </a:solidFill>
                <a:latin typeface="DejaVu Sans"/>
                <a:ea typeface="DejaVu Sans"/>
                <a:cs typeface="DejaVu Sans"/>
              </a:rPr>
              <a:t>Τι θα μπορείτε να κάνετε</a:t>
            </a:r>
          </a:p>
        </p:txBody>
      </p:sp>
      <p:sp>
        <p:nvSpPr>
          <p:cNvPr id="4" name="">
            <a:extLst xmlns:a="http://schemas.openxmlformats.org/drawingml/2006/main">
              <a:ext uri="{FF2B5EF4-FFF2-40B4-BE49-F238E27FC236}">
                <a16:creationId xmlns:a16="http://schemas.microsoft.com/office/drawing/2014/main" id="{DB3B38AE-F187-4121-A2D7-524DB3BA551F}"/>
              </a:ext>
            </a:extLst>
          </p:cNvPr>
          <p:cNvSpPr>
            <a:spLocks xmlns:a="http://schemas.openxmlformats.org/drawingml/2006/main" noGrp="1"/>
          </p:cNvSpPr>
          <p:nvPr/>
        </p:nvSpPr>
        <p:spPr>
          <a:xfrm xmlns:a="http://schemas.openxmlformats.org/drawingml/2006/main">
            <a:off x="609600" y="1200150"/>
            <a:ext cx="781050" cy="47625"/>
          </a:xfrm>
          <a:prstGeom xmlns:a="http://schemas.openxmlformats.org/drawingml/2006/main" prst="rect">
            <a:avLst/>
          </a:prstGeom>
          <a:solidFill xmlns:a="http://schemas.openxmlformats.org/drawingml/2006/main">
            <a:srgbClr val="20C5E8"/>
          </a:solidFill>
          <a:ln xmlns:a="http://schemas.openxmlformats.org/drawingml/2006/main" w="0">
            <a:solidFill>
              <a:srgbClr val="20C5E8"/>
            </a:solidFill>
          </a:ln>
        </p:spPr>
      </p:sp>
      <p:sp>
        <p:nvSpPr>
          <p:cNvPr id="5" name="">
            <a:extLst xmlns:a="http://schemas.openxmlformats.org/drawingml/2006/main">
              <a:ext uri="{FF2B5EF4-FFF2-40B4-BE49-F238E27FC236}">
                <a16:creationId xmlns:a16="http://schemas.microsoft.com/office/drawing/2014/main" id="{2B32EA88-DC68-4FAB-95E7-CC4A85D553E0}"/>
              </a:ext>
            </a:extLst>
          </p:cNvPr>
          <p:cNvSpPr>
            <a:spLocks xmlns:a="http://schemas.openxmlformats.org/drawingml/2006/main" noGrp="1"/>
          </p:cNvSpPr>
          <p:nvPr/>
        </p:nvSpPr>
        <p:spPr>
          <a:xfrm xmlns:a="http://schemas.openxmlformats.org/drawingml/2006/main">
            <a:off x="628650" y="1581150"/>
            <a:ext cx="5105400" cy="971550"/>
          </a:xfrm>
          <a:prstGeom xmlns:a="http://schemas.openxmlformats.org/drawingml/2006/main" prst="roundRect">
            <a:avLst>
              <a:gd name="adj" fmla="val 7843"/>
            </a:avLst>
          </a:prstGeom>
          <a:solidFill xmlns:a="http://schemas.openxmlformats.org/drawingml/2006/main">
            <a:srgbClr val="0B1D33"/>
          </a:solidFill>
          <a:ln xmlns:a="http://schemas.openxmlformats.org/drawingml/2006/main" w="11430">
            <a:solidFill>
              <a:srgbClr val="1A4662"/>
            </a:solidFill>
          </a:ln>
        </p:spPr>
      </p:sp>
      <p:sp>
        <p:nvSpPr>
          <p:cNvPr id="6" name="">
            <a:extLst xmlns:a="http://schemas.openxmlformats.org/drawingml/2006/main">
              <a:ext uri="{FF2B5EF4-FFF2-40B4-BE49-F238E27FC236}">
                <a16:creationId xmlns:a16="http://schemas.microsoft.com/office/drawing/2014/main" id="{0DFD8AA9-C1DC-46F3-8237-24CE988FB323}"/>
              </a:ext>
            </a:extLst>
          </p:cNvPr>
          <p:cNvSpPr>
            <a:spLocks xmlns:a="http://schemas.openxmlformats.org/drawingml/2006/main" noGrp="1"/>
          </p:cNvSpPr>
          <p:nvPr/>
        </p:nvSpPr>
        <p:spPr>
          <a:xfrm xmlns:a="http://schemas.openxmlformats.org/drawingml/2006/main">
            <a:off x="838200" y="1809750"/>
            <a:ext cx="51435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4288">
            <a:solidFill>
              <a:srgbClr val="20C5E8"/>
            </a:solidFill>
          </a:ln>
        </p:spPr>
      </p:sp>
      <p:sp>
        <p:nvSpPr>
          <p:cNvPr id="7" name="">
            <a:extLst xmlns:a="http://schemas.openxmlformats.org/drawingml/2006/main">
              <a:ext uri="{FF2B5EF4-FFF2-40B4-BE49-F238E27FC236}">
                <a16:creationId xmlns:a16="http://schemas.microsoft.com/office/drawing/2014/main" id="{9E2B5F9E-9D68-4B99-9212-ED4A771A9F56}"/>
              </a:ext>
            </a:extLst>
          </p:cNvPr>
          <p:cNvSpPr>
            <a:spLocks xmlns:a="http://schemas.openxmlformats.org/drawingml/2006/main" noGrp="1"/>
          </p:cNvSpPr>
          <p:nvPr/>
        </p:nvSpPr>
        <p:spPr>
          <a:xfrm xmlns:a="http://schemas.openxmlformats.org/drawingml/2006/main">
            <a:off x="838200" y="1809750"/>
            <a:ext cx="51435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20C5E8"/>
                </a:solidFill>
                <a:latin typeface="DejaVu Sans"/>
                <a:ea typeface="DejaVu Sans"/>
                <a:cs typeface="DejaVu Sans"/>
              </a:defRPr>
            </a:pPr>
            <a:r>
              <a:rPr sz="1275" b="1">
                <a:solidFill>
                  <a:srgbClr val="20C5E8"/>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FAF80EC6-9F26-4603-BA3A-4F48DFC9BFD8}"/>
              </a:ext>
            </a:extLst>
          </p:cNvPr>
          <p:cNvSpPr>
            <a:spLocks xmlns:a="http://schemas.openxmlformats.org/drawingml/2006/main" noGrp="1"/>
          </p:cNvSpPr>
          <p:nvPr/>
        </p:nvSpPr>
        <p:spPr>
          <a:xfrm xmlns:a="http://schemas.openxmlformats.org/drawingml/2006/main">
            <a:off x="1543050" y="1771650"/>
            <a:ext cx="3924300" cy="590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Εξηγείτε την ανάγκη δικτύωσης</a:t>
            </a:r>
          </a:p>
        </p:txBody>
      </p:sp>
      <p:sp>
        <p:nvSpPr>
          <p:cNvPr id="9" name="">
            <a:extLst xmlns:a="http://schemas.openxmlformats.org/drawingml/2006/main">
              <a:ext uri="{FF2B5EF4-FFF2-40B4-BE49-F238E27FC236}">
                <a16:creationId xmlns:a16="http://schemas.microsoft.com/office/drawing/2014/main" id="{2FB00BAD-01F5-4357-862E-BB4BA6EA85DD}"/>
              </a:ext>
            </a:extLst>
          </p:cNvPr>
          <p:cNvSpPr>
            <a:spLocks xmlns:a="http://schemas.openxmlformats.org/drawingml/2006/main" noGrp="1"/>
          </p:cNvSpPr>
          <p:nvPr/>
        </p:nvSpPr>
        <p:spPr>
          <a:xfrm xmlns:a="http://schemas.openxmlformats.org/drawingml/2006/main">
            <a:off x="6096000" y="1581150"/>
            <a:ext cx="5105400" cy="971550"/>
          </a:xfrm>
          <a:prstGeom xmlns:a="http://schemas.openxmlformats.org/drawingml/2006/main" prst="roundRect">
            <a:avLst>
              <a:gd name="adj" fmla="val 7843"/>
            </a:avLst>
          </a:prstGeom>
          <a:solidFill xmlns:a="http://schemas.openxmlformats.org/drawingml/2006/main">
            <a:srgbClr val="0B1D33"/>
          </a:solidFill>
          <a:ln xmlns:a="http://schemas.openxmlformats.org/drawingml/2006/main" w="11430">
            <a:solidFill>
              <a:srgbClr val="1A4662"/>
            </a:solidFill>
          </a:ln>
        </p:spPr>
      </p:sp>
      <p:sp>
        <p:nvSpPr>
          <p:cNvPr id="10" name="">
            <a:extLst xmlns:a="http://schemas.openxmlformats.org/drawingml/2006/main">
              <a:ext uri="{FF2B5EF4-FFF2-40B4-BE49-F238E27FC236}">
                <a16:creationId xmlns:a16="http://schemas.microsoft.com/office/drawing/2014/main" id="{297E399D-427C-414F-A786-F62C6C45D0A0}"/>
              </a:ext>
            </a:extLst>
          </p:cNvPr>
          <p:cNvSpPr>
            <a:spLocks xmlns:a="http://schemas.openxmlformats.org/drawingml/2006/main" noGrp="1"/>
          </p:cNvSpPr>
          <p:nvPr/>
        </p:nvSpPr>
        <p:spPr>
          <a:xfrm xmlns:a="http://schemas.openxmlformats.org/drawingml/2006/main">
            <a:off x="6305550" y="1809750"/>
            <a:ext cx="51435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4288">
            <a:solidFill>
              <a:srgbClr val="2F76FF"/>
            </a:solidFill>
          </a:ln>
        </p:spPr>
      </p:sp>
      <p:sp>
        <p:nvSpPr>
          <p:cNvPr id="11" name="">
            <a:extLst xmlns:a="http://schemas.openxmlformats.org/drawingml/2006/main">
              <a:ext uri="{FF2B5EF4-FFF2-40B4-BE49-F238E27FC236}">
                <a16:creationId xmlns:a16="http://schemas.microsoft.com/office/drawing/2014/main" id="{8683A770-2706-4300-94ED-3665179E8CC5}"/>
              </a:ext>
            </a:extLst>
          </p:cNvPr>
          <p:cNvSpPr>
            <a:spLocks xmlns:a="http://schemas.openxmlformats.org/drawingml/2006/main" noGrp="1"/>
          </p:cNvSpPr>
          <p:nvPr/>
        </p:nvSpPr>
        <p:spPr>
          <a:xfrm xmlns:a="http://schemas.openxmlformats.org/drawingml/2006/main">
            <a:off x="6305550" y="1809750"/>
            <a:ext cx="51435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2F76FF"/>
                </a:solidFill>
                <a:latin typeface="DejaVu Sans"/>
                <a:ea typeface="DejaVu Sans"/>
                <a:cs typeface="DejaVu Sans"/>
              </a:defRPr>
            </a:pPr>
            <a:r>
              <a:rPr sz="1275" b="1">
                <a:solidFill>
                  <a:srgbClr val="2F76FF"/>
                </a:solidFill>
                <a:latin typeface="DejaVu Sans"/>
                <a:ea typeface="DejaVu Sans"/>
                <a:cs typeface="DejaVu Sans"/>
              </a:rPr>
              <a:t>2</a:t>
            </a:r>
          </a:p>
        </p:txBody>
      </p:sp>
      <p:sp>
        <p:nvSpPr>
          <p:cNvPr id="12" name="">
            <a:extLst xmlns:a="http://schemas.openxmlformats.org/drawingml/2006/main">
              <a:ext uri="{FF2B5EF4-FFF2-40B4-BE49-F238E27FC236}">
                <a16:creationId xmlns:a16="http://schemas.microsoft.com/office/drawing/2014/main" id="{1F781F51-4149-480D-A283-BEB8D679BE2C}"/>
              </a:ext>
            </a:extLst>
          </p:cNvPr>
          <p:cNvSpPr>
            <a:spLocks xmlns:a="http://schemas.openxmlformats.org/drawingml/2006/main" noGrp="1"/>
          </p:cNvSpPr>
          <p:nvPr/>
        </p:nvSpPr>
        <p:spPr>
          <a:xfrm xmlns:a="http://schemas.openxmlformats.org/drawingml/2006/main">
            <a:off x="7010400" y="1771650"/>
            <a:ext cx="3924300" cy="590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Αναγνωρίζετε βασικά πρωτόκολλα</a:t>
            </a:r>
          </a:p>
        </p:txBody>
      </p:sp>
      <p:sp>
        <p:nvSpPr>
          <p:cNvPr id="13" name="">
            <a:extLst xmlns:a="http://schemas.openxmlformats.org/drawingml/2006/main">
              <a:ext uri="{FF2B5EF4-FFF2-40B4-BE49-F238E27FC236}">
                <a16:creationId xmlns:a16="http://schemas.microsoft.com/office/drawing/2014/main" id="{C1FFC26E-72BF-4831-A222-8C4ADF2B219D}"/>
              </a:ext>
            </a:extLst>
          </p:cNvPr>
          <p:cNvSpPr>
            <a:spLocks xmlns:a="http://schemas.openxmlformats.org/drawingml/2006/main" noGrp="1"/>
          </p:cNvSpPr>
          <p:nvPr/>
        </p:nvSpPr>
        <p:spPr>
          <a:xfrm xmlns:a="http://schemas.openxmlformats.org/drawingml/2006/main">
            <a:off x="628650" y="2857500"/>
            <a:ext cx="5105400" cy="971550"/>
          </a:xfrm>
          <a:prstGeom xmlns:a="http://schemas.openxmlformats.org/drawingml/2006/main" prst="roundRect">
            <a:avLst>
              <a:gd name="adj" fmla="val 7843"/>
            </a:avLst>
          </a:prstGeom>
          <a:solidFill xmlns:a="http://schemas.openxmlformats.org/drawingml/2006/main">
            <a:srgbClr val="0B1D33"/>
          </a:solidFill>
          <a:ln xmlns:a="http://schemas.openxmlformats.org/drawingml/2006/main" w="11430">
            <a:solidFill>
              <a:srgbClr val="1A4662"/>
            </a:solidFill>
          </a:ln>
        </p:spPr>
      </p:sp>
      <p:sp>
        <p:nvSpPr>
          <p:cNvPr id="14" name="">
            <a:extLst xmlns:a="http://schemas.openxmlformats.org/drawingml/2006/main">
              <a:ext uri="{FF2B5EF4-FFF2-40B4-BE49-F238E27FC236}">
                <a16:creationId xmlns:a16="http://schemas.microsoft.com/office/drawing/2014/main" id="{D285C485-99B4-400B-B1A9-72AA03FFDF5A}"/>
              </a:ext>
            </a:extLst>
          </p:cNvPr>
          <p:cNvSpPr>
            <a:spLocks xmlns:a="http://schemas.openxmlformats.org/drawingml/2006/main" noGrp="1"/>
          </p:cNvSpPr>
          <p:nvPr/>
        </p:nvSpPr>
        <p:spPr>
          <a:xfrm xmlns:a="http://schemas.openxmlformats.org/drawingml/2006/main">
            <a:off x="838200" y="3086100"/>
            <a:ext cx="51435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4288">
            <a:solidFill>
              <a:srgbClr val="8068D8"/>
            </a:solidFill>
          </a:ln>
        </p:spPr>
      </p:sp>
      <p:sp>
        <p:nvSpPr>
          <p:cNvPr id="15" name="">
            <a:extLst xmlns:a="http://schemas.openxmlformats.org/drawingml/2006/main">
              <a:ext uri="{FF2B5EF4-FFF2-40B4-BE49-F238E27FC236}">
                <a16:creationId xmlns:a16="http://schemas.microsoft.com/office/drawing/2014/main" id="{C17D35A7-CF05-4CF6-A319-258C0AC60D39}"/>
              </a:ext>
            </a:extLst>
          </p:cNvPr>
          <p:cNvSpPr>
            <a:spLocks xmlns:a="http://schemas.openxmlformats.org/drawingml/2006/main" noGrp="1"/>
          </p:cNvSpPr>
          <p:nvPr/>
        </p:nvSpPr>
        <p:spPr>
          <a:xfrm xmlns:a="http://schemas.openxmlformats.org/drawingml/2006/main">
            <a:off x="838200" y="3086100"/>
            <a:ext cx="51435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8068D8"/>
                </a:solidFill>
                <a:latin typeface="DejaVu Sans"/>
                <a:ea typeface="DejaVu Sans"/>
                <a:cs typeface="DejaVu Sans"/>
              </a:defRPr>
            </a:pPr>
            <a:r>
              <a:rPr sz="1275" b="1">
                <a:solidFill>
                  <a:srgbClr val="8068D8"/>
                </a:solidFill>
                <a:latin typeface="DejaVu Sans"/>
                <a:ea typeface="DejaVu Sans"/>
                <a:cs typeface="DejaVu Sans"/>
              </a:rPr>
              <a:t>3</a:t>
            </a:r>
          </a:p>
        </p:txBody>
      </p:sp>
      <p:sp>
        <p:nvSpPr>
          <p:cNvPr id="16" name="">
            <a:extLst xmlns:a="http://schemas.openxmlformats.org/drawingml/2006/main">
              <a:ext uri="{FF2B5EF4-FFF2-40B4-BE49-F238E27FC236}">
                <a16:creationId xmlns:a16="http://schemas.microsoft.com/office/drawing/2014/main" id="{D7A7D113-B242-4099-A68B-680390E8673C}"/>
              </a:ext>
            </a:extLst>
          </p:cNvPr>
          <p:cNvSpPr>
            <a:spLocks xmlns:a="http://schemas.openxmlformats.org/drawingml/2006/main" noGrp="1"/>
          </p:cNvSpPr>
          <p:nvPr/>
        </p:nvSpPr>
        <p:spPr>
          <a:xfrm xmlns:a="http://schemas.openxmlformats.org/drawingml/2006/main">
            <a:off x="1543050" y="3048000"/>
            <a:ext cx="3924300" cy="590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Διαβάζετε τη λογική ενός μηνύματος</a:t>
            </a:r>
          </a:p>
        </p:txBody>
      </p:sp>
      <p:sp>
        <p:nvSpPr>
          <p:cNvPr id="17" name="">
            <a:extLst xmlns:a="http://schemas.openxmlformats.org/drawingml/2006/main">
              <a:ext uri="{FF2B5EF4-FFF2-40B4-BE49-F238E27FC236}">
                <a16:creationId xmlns:a16="http://schemas.microsoft.com/office/drawing/2014/main" id="{B560875F-5048-4F3A-B52C-BAED5460F303}"/>
              </a:ext>
            </a:extLst>
          </p:cNvPr>
          <p:cNvSpPr>
            <a:spLocks xmlns:a="http://schemas.openxmlformats.org/drawingml/2006/main" noGrp="1"/>
          </p:cNvSpPr>
          <p:nvPr/>
        </p:nvSpPr>
        <p:spPr>
          <a:xfrm xmlns:a="http://schemas.openxmlformats.org/drawingml/2006/main">
            <a:off x="6096000" y="2857500"/>
            <a:ext cx="5105400" cy="971550"/>
          </a:xfrm>
          <a:prstGeom xmlns:a="http://schemas.openxmlformats.org/drawingml/2006/main" prst="roundRect">
            <a:avLst>
              <a:gd name="adj" fmla="val 7843"/>
            </a:avLst>
          </a:prstGeom>
          <a:solidFill xmlns:a="http://schemas.openxmlformats.org/drawingml/2006/main">
            <a:srgbClr val="0B1D33"/>
          </a:solidFill>
          <a:ln xmlns:a="http://schemas.openxmlformats.org/drawingml/2006/main" w="11430">
            <a:solidFill>
              <a:srgbClr val="1A4662"/>
            </a:solidFill>
          </a:ln>
        </p:spPr>
      </p:sp>
      <p:sp>
        <p:nvSpPr>
          <p:cNvPr id="18" name="">
            <a:extLst xmlns:a="http://schemas.openxmlformats.org/drawingml/2006/main">
              <a:ext uri="{FF2B5EF4-FFF2-40B4-BE49-F238E27FC236}">
                <a16:creationId xmlns:a16="http://schemas.microsoft.com/office/drawing/2014/main" id="{147BF2D9-F1F8-427D-95F6-15A9C5A3CED9}"/>
              </a:ext>
            </a:extLst>
          </p:cNvPr>
          <p:cNvSpPr>
            <a:spLocks xmlns:a="http://schemas.openxmlformats.org/drawingml/2006/main" noGrp="1"/>
          </p:cNvSpPr>
          <p:nvPr/>
        </p:nvSpPr>
        <p:spPr>
          <a:xfrm xmlns:a="http://schemas.openxmlformats.org/drawingml/2006/main">
            <a:off x="6305550" y="3086100"/>
            <a:ext cx="51435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4288">
            <a:solidFill>
              <a:srgbClr val="FFB000"/>
            </a:solidFill>
          </a:ln>
        </p:spPr>
      </p:sp>
      <p:sp>
        <p:nvSpPr>
          <p:cNvPr id="19" name="">
            <a:extLst xmlns:a="http://schemas.openxmlformats.org/drawingml/2006/main">
              <a:ext uri="{FF2B5EF4-FFF2-40B4-BE49-F238E27FC236}">
                <a16:creationId xmlns:a16="http://schemas.microsoft.com/office/drawing/2014/main" id="{2634A0DB-F683-4A1F-8640-5CBFEA9F55C0}"/>
              </a:ext>
            </a:extLst>
          </p:cNvPr>
          <p:cNvSpPr>
            <a:spLocks xmlns:a="http://schemas.openxmlformats.org/drawingml/2006/main" noGrp="1"/>
          </p:cNvSpPr>
          <p:nvPr/>
        </p:nvSpPr>
        <p:spPr>
          <a:xfrm xmlns:a="http://schemas.openxmlformats.org/drawingml/2006/main">
            <a:off x="6305550" y="3086100"/>
            <a:ext cx="51435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B000"/>
                </a:solidFill>
                <a:latin typeface="DejaVu Sans"/>
                <a:ea typeface="DejaVu Sans"/>
                <a:cs typeface="DejaVu Sans"/>
              </a:defRPr>
            </a:pPr>
            <a:r>
              <a:rPr sz="1275" b="1">
                <a:solidFill>
                  <a:srgbClr val="FFB000"/>
                </a:solidFill>
                <a:latin typeface="DejaVu Sans"/>
                <a:ea typeface="DejaVu Sans"/>
                <a:cs typeface="DejaVu Sans"/>
              </a:rPr>
              <a:t>4</a:t>
            </a:r>
          </a:p>
        </p:txBody>
      </p:sp>
      <p:sp>
        <p:nvSpPr>
          <p:cNvPr id="20" name="">
            <a:extLst xmlns:a="http://schemas.openxmlformats.org/drawingml/2006/main">
              <a:ext uri="{FF2B5EF4-FFF2-40B4-BE49-F238E27FC236}">
                <a16:creationId xmlns:a16="http://schemas.microsoft.com/office/drawing/2014/main" id="{D6C73E2D-D41C-474A-BE70-8E6C69CB76CC}"/>
              </a:ext>
            </a:extLst>
          </p:cNvPr>
          <p:cNvSpPr>
            <a:spLocks xmlns:a="http://schemas.openxmlformats.org/drawingml/2006/main" noGrp="1"/>
          </p:cNvSpPr>
          <p:nvPr/>
        </p:nvSpPr>
        <p:spPr>
          <a:xfrm xmlns:a="http://schemas.openxmlformats.org/drawingml/2006/main">
            <a:off x="7010400" y="3048000"/>
            <a:ext cx="3924300" cy="590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Συσχετίζετε DTC και δεδομένα</a:t>
            </a:r>
          </a:p>
        </p:txBody>
      </p:sp>
      <p:sp>
        <p:nvSpPr>
          <p:cNvPr id="21" name="">
            <a:extLst xmlns:a="http://schemas.openxmlformats.org/drawingml/2006/main">
              <a:ext uri="{FF2B5EF4-FFF2-40B4-BE49-F238E27FC236}">
                <a16:creationId xmlns:a16="http://schemas.microsoft.com/office/drawing/2014/main" id="{98BEC12E-C8EF-4829-A00C-7EA3E7C5AD1D}"/>
              </a:ext>
            </a:extLst>
          </p:cNvPr>
          <p:cNvSpPr>
            <a:spLocks xmlns:a="http://schemas.openxmlformats.org/drawingml/2006/main" noGrp="1"/>
          </p:cNvSpPr>
          <p:nvPr/>
        </p:nvSpPr>
        <p:spPr>
          <a:xfrm xmlns:a="http://schemas.openxmlformats.org/drawingml/2006/main">
            <a:off x="628650" y="4133850"/>
            <a:ext cx="5105400" cy="971550"/>
          </a:xfrm>
          <a:prstGeom xmlns:a="http://schemas.openxmlformats.org/drawingml/2006/main" prst="roundRect">
            <a:avLst>
              <a:gd name="adj" fmla="val 7843"/>
            </a:avLst>
          </a:prstGeom>
          <a:solidFill xmlns:a="http://schemas.openxmlformats.org/drawingml/2006/main">
            <a:srgbClr val="0B1D33"/>
          </a:solidFill>
          <a:ln xmlns:a="http://schemas.openxmlformats.org/drawingml/2006/main" w="11430">
            <a:solidFill>
              <a:srgbClr val="1A4662"/>
            </a:solidFill>
          </a:ln>
        </p:spPr>
      </p:sp>
      <p:sp>
        <p:nvSpPr>
          <p:cNvPr id="22" name="">
            <a:extLst xmlns:a="http://schemas.openxmlformats.org/drawingml/2006/main">
              <a:ext uri="{FF2B5EF4-FFF2-40B4-BE49-F238E27FC236}">
                <a16:creationId xmlns:a16="http://schemas.microsoft.com/office/drawing/2014/main" id="{FC7E1E1C-EF4C-4883-8067-B3537D6D1EE4}"/>
              </a:ext>
            </a:extLst>
          </p:cNvPr>
          <p:cNvSpPr>
            <a:spLocks xmlns:a="http://schemas.openxmlformats.org/drawingml/2006/main" noGrp="1"/>
          </p:cNvSpPr>
          <p:nvPr/>
        </p:nvSpPr>
        <p:spPr>
          <a:xfrm xmlns:a="http://schemas.openxmlformats.org/drawingml/2006/main">
            <a:off x="838200" y="4362450"/>
            <a:ext cx="51435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4288">
            <a:solidFill>
              <a:srgbClr val="D94E52"/>
            </a:solidFill>
          </a:ln>
        </p:spPr>
      </p:sp>
      <p:sp>
        <p:nvSpPr>
          <p:cNvPr id="23" name="">
            <a:extLst xmlns:a="http://schemas.openxmlformats.org/drawingml/2006/main">
              <a:ext uri="{FF2B5EF4-FFF2-40B4-BE49-F238E27FC236}">
                <a16:creationId xmlns:a16="http://schemas.microsoft.com/office/drawing/2014/main" id="{01546DB0-DA45-46DB-BBCD-F318963BBC47}"/>
              </a:ext>
            </a:extLst>
          </p:cNvPr>
          <p:cNvSpPr>
            <a:spLocks xmlns:a="http://schemas.openxmlformats.org/drawingml/2006/main" noGrp="1"/>
          </p:cNvSpPr>
          <p:nvPr/>
        </p:nvSpPr>
        <p:spPr>
          <a:xfrm xmlns:a="http://schemas.openxmlformats.org/drawingml/2006/main">
            <a:off x="838200" y="4362450"/>
            <a:ext cx="51435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D94E52"/>
                </a:solidFill>
                <a:latin typeface="DejaVu Sans"/>
                <a:ea typeface="DejaVu Sans"/>
                <a:cs typeface="DejaVu Sans"/>
              </a:defRPr>
            </a:pPr>
            <a:r>
              <a:rPr sz="1275" b="1">
                <a:solidFill>
                  <a:srgbClr val="D94E52"/>
                </a:solidFill>
                <a:latin typeface="DejaVu Sans"/>
                <a:ea typeface="DejaVu Sans"/>
                <a:cs typeface="DejaVu Sans"/>
              </a:rPr>
              <a:t>5</a:t>
            </a:r>
          </a:p>
        </p:txBody>
      </p:sp>
      <p:sp>
        <p:nvSpPr>
          <p:cNvPr id="24" name="">
            <a:extLst xmlns:a="http://schemas.openxmlformats.org/drawingml/2006/main">
              <a:ext uri="{FF2B5EF4-FFF2-40B4-BE49-F238E27FC236}">
                <a16:creationId xmlns:a16="http://schemas.microsoft.com/office/drawing/2014/main" id="{B7B3974B-7F98-458C-9944-1E377A846788}"/>
              </a:ext>
            </a:extLst>
          </p:cNvPr>
          <p:cNvSpPr>
            <a:spLocks xmlns:a="http://schemas.openxmlformats.org/drawingml/2006/main" noGrp="1"/>
          </p:cNvSpPr>
          <p:nvPr/>
        </p:nvSpPr>
        <p:spPr>
          <a:xfrm xmlns:a="http://schemas.openxmlformats.org/drawingml/2006/main">
            <a:off x="1543050" y="4324350"/>
            <a:ext cx="3924300" cy="590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Οργανώνετε διαγνωστικό έλεγχο</a:t>
            </a:r>
          </a:p>
        </p:txBody>
      </p:sp>
      <p:sp>
        <p:nvSpPr>
          <p:cNvPr id="25" name="">
            <a:extLst xmlns:a="http://schemas.openxmlformats.org/drawingml/2006/main">
              <a:ext uri="{FF2B5EF4-FFF2-40B4-BE49-F238E27FC236}">
                <a16:creationId xmlns:a16="http://schemas.microsoft.com/office/drawing/2014/main" id="{26556581-19EA-46D8-AD93-A1BCE0C229B4}"/>
              </a:ext>
            </a:extLst>
          </p:cNvPr>
          <p:cNvSpPr>
            <a:spLocks xmlns:a="http://schemas.openxmlformats.org/drawingml/2006/main" noGrp="1"/>
          </p:cNvSpPr>
          <p:nvPr/>
        </p:nvSpPr>
        <p:spPr>
          <a:xfrm xmlns:a="http://schemas.openxmlformats.org/drawingml/2006/main">
            <a:off x="6096000" y="4133850"/>
            <a:ext cx="5105400" cy="971550"/>
          </a:xfrm>
          <a:prstGeom xmlns:a="http://schemas.openxmlformats.org/drawingml/2006/main" prst="roundRect">
            <a:avLst>
              <a:gd name="adj" fmla="val 7843"/>
            </a:avLst>
          </a:prstGeom>
          <a:solidFill xmlns:a="http://schemas.openxmlformats.org/drawingml/2006/main">
            <a:srgbClr val="0B1D33"/>
          </a:solidFill>
          <a:ln xmlns:a="http://schemas.openxmlformats.org/drawingml/2006/main" w="11430">
            <a:solidFill>
              <a:srgbClr val="1A4662"/>
            </a:solidFill>
          </a:ln>
        </p:spPr>
      </p:sp>
      <p:sp>
        <p:nvSpPr>
          <p:cNvPr id="26" name="">
            <a:extLst xmlns:a="http://schemas.openxmlformats.org/drawingml/2006/main">
              <a:ext uri="{FF2B5EF4-FFF2-40B4-BE49-F238E27FC236}">
                <a16:creationId xmlns:a16="http://schemas.microsoft.com/office/drawing/2014/main" id="{21F90D95-8320-4E3E-B71C-9A4251F689A7}"/>
              </a:ext>
            </a:extLst>
          </p:cNvPr>
          <p:cNvSpPr>
            <a:spLocks xmlns:a="http://schemas.openxmlformats.org/drawingml/2006/main" noGrp="1"/>
          </p:cNvSpPr>
          <p:nvPr/>
        </p:nvSpPr>
        <p:spPr>
          <a:xfrm xmlns:a="http://schemas.openxmlformats.org/drawingml/2006/main">
            <a:off x="6305550" y="4362450"/>
            <a:ext cx="514350" cy="514350"/>
          </a:xfrm>
          <a:prstGeom xmlns:a="http://schemas.openxmlformats.org/drawingml/2006/main" prst="roundRect">
            <a:avLst>
              <a:gd name="adj" fmla="val 14815"/>
            </a:avLst>
          </a:prstGeom>
          <a:solidFill xmlns:a="http://schemas.openxmlformats.org/drawingml/2006/main">
            <a:srgbClr val="071426"/>
          </a:solidFill>
          <a:ln xmlns:a="http://schemas.openxmlformats.org/drawingml/2006/main" w="14288">
            <a:solidFill>
              <a:srgbClr val="22AE68"/>
            </a:solidFill>
          </a:ln>
        </p:spPr>
      </p:sp>
      <p:sp>
        <p:nvSpPr>
          <p:cNvPr id="27" name="">
            <a:extLst xmlns:a="http://schemas.openxmlformats.org/drawingml/2006/main">
              <a:ext uri="{FF2B5EF4-FFF2-40B4-BE49-F238E27FC236}">
                <a16:creationId xmlns:a16="http://schemas.microsoft.com/office/drawing/2014/main" id="{4B1252DB-CACC-48DD-B495-DB62672D6862}"/>
              </a:ext>
            </a:extLst>
          </p:cNvPr>
          <p:cNvSpPr>
            <a:spLocks xmlns:a="http://schemas.openxmlformats.org/drawingml/2006/main" noGrp="1"/>
          </p:cNvSpPr>
          <p:nvPr/>
        </p:nvSpPr>
        <p:spPr>
          <a:xfrm xmlns:a="http://schemas.openxmlformats.org/drawingml/2006/main">
            <a:off x="6305550" y="4362450"/>
            <a:ext cx="514350" cy="5143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22AE68"/>
                </a:solidFill>
                <a:latin typeface="DejaVu Sans"/>
                <a:ea typeface="DejaVu Sans"/>
                <a:cs typeface="DejaVu Sans"/>
              </a:defRPr>
            </a:pPr>
            <a:r>
              <a:rPr sz="1275" b="1">
                <a:solidFill>
                  <a:srgbClr val="22AE68"/>
                </a:solidFill>
                <a:latin typeface="DejaVu Sans"/>
                <a:ea typeface="DejaVu Sans"/>
                <a:cs typeface="DejaVu Sans"/>
              </a:rPr>
              <a:t>6</a:t>
            </a:r>
          </a:p>
        </p:txBody>
      </p:sp>
      <p:sp>
        <p:nvSpPr>
          <p:cNvPr id="28" name="">
            <a:extLst xmlns:a="http://schemas.openxmlformats.org/drawingml/2006/main">
              <a:ext uri="{FF2B5EF4-FFF2-40B4-BE49-F238E27FC236}">
                <a16:creationId xmlns:a16="http://schemas.microsoft.com/office/drawing/2014/main" id="{F79A0FCD-0A82-4926-8F50-567CC81E0323}"/>
              </a:ext>
            </a:extLst>
          </p:cNvPr>
          <p:cNvSpPr>
            <a:spLocks xmlns:a="http://schemas.openxmlformats.org/drawingml/2006/main" noGrp="1"/>
          </p:cNvSpPr>
          <p:nvPr/>
        </p:nvSpPr>
        <p:spPr>
          <a:xfrm xmlns:a="http://schemas.openxmlformats.org/drawingml/2006/main">
            <a:off x="7010400" y="4324350"/>
            <a:ext cx="3924300" cy="590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7FAFD"/>
                </a:solidFill>
                <a:latin typeface="DejaVu Sans"/>
                <a:ea typeface="DejaVu Sans"/>
                <a:cs typeface="DejaVu Sans"/>
              </a:defRPr>
            </a:pPr>
            <a:r>
              <a:rPr sz="1275" b="1">
                <a:solidFill>
                  <a:srgbClr val="F7FAFD"/>
                </a:solidFill>
                <a:latin typeface="DejaVu Sans"/>
                <a:ea typeface="DejaVu Sans"/>
                <a:cs typeface="DejaVu Sans"/>
              </a:rPr>
              <a:t>Τεκμηριώνετε το συμπέρασμά σας</a:t>
            </a:r>
          </a:p>
        </p:txBody>
      </p:sp>
      <p:sp>
        <p:nvSpPr>
          <p:cNvPr id="29" name="">
            <a:extLst xmlns:a="http://schemas.openxmlformats.org/drawingml/2006/main">
              <a:ext uri="{FF2B5EF4-FFF2-40B4-BE49-F238E27FC236}">
                <a16:creationId xmlns:a16="http://schemas.microsoft.com/office/drawing/2014/main" id="{D16F28FD-85F5-40B0-8B3C-59E3A461ACBA}"/>
              </a:ext>
            </a:extLst>
          </p:cNvPr>
          <p:cNvSpPr>
            <a:spLocks xmlns:a="http://schemas.openxmlformats.org/drawingml/2006/main" noGrp="1"/>
          </p:cNvSpPr>
          <p:nvPr/>
        </p:nvSpPr>
        <p:spPr>
          <a:xfrm xmlns:a="http://schemas.openxmlformats.org/drawingml/2006/main">
            <a:off x="1381125" y="5619750"/>
            <a:ext cx="9429750" cy="4000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20C5E8"/>
                </a:solidFill>
                <a:latin typeface="DejaVu Sans"/>
                <a:ea typeface="DejaVu Sans"/>
                <a:cs typeface="DejaVu Sans"/>
              </a:defRPr>
            </a:pPr>
            <a:r>
              <a:rPr sz="1500" b="1">
                <a:solidFill>
                  <a:srgbClr val="20C5E8"/>
                </a:solidFill>
                <a:latin typeface="DejaVu Sans"/>
                <a:ea typeface="DejaVu Sans"/>
                <a:cs typeface="DejaVu Sans"/>
              </a:rPr>
              <a:t>Το ζητούμενο: σωστή σκέψη πριν από οποιαδήποτε επέμβαση.</a:t>
            </a:r>
          </a:p>
        </p:txBody>
      </p:sp>
      <p:sp>
        <p:nvSpPr>
          <p:cNvPr id="30" name="">
            <a:extLst xmlns:a="http://schemas.openxmlformats.org/drawingml/2006/main">
              <a:ext uri="{FF2B5EF4-FFF2-40B4-BE49-F238E27FC236}">
                <a16:creationId xmlns:a16="http://schemas.microsoft.com/office/drawing/2014/main" id="{D8BE1E96-0222-4226-B539-7BAAACB1A443}"/>
              </a:ext>
            </a:extLst>
          </p:cNvPr>
          <p:cNvSpPr>
            <a:spLocks xmlns:a="http://schemas.openxmlformats.org/drawingml/2006/main" noGrp="1"/>
          </p:cNvSpPr>
          <p:nvPr/>
        </p:nvSpPr>
        <p:spPr>
          <a:xfrm xmlns:a="http://schemas.openxmlformats.org/drawingml/2006/main">
            <a:off x="609600" y="6477000"/>
            <a:ext cx="44767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l">
              <a:defRPr sz="788" b="0">
                <a:solidFill>
                  <a:srgbClr val="9CADC2"/>
                </a:solidFill>
                <a:latin typeface="DejaVu Sans"/>
                <a:ea typeface="DejaVu Sans"/>
                <a:cs typeface="DejaVu Sans"/>
              </a:defRPr>
            </a:pPr>
            <a:r>
              <a:rPr sz="788" b="0">
                <a:solidFill>
                  <a:srgbClr val="9CADC2"/>
                </a:solidFill>
                <a:latin typeface="DejaVu Sans"/>
                <a:ea typeface="DejaVu Sans"/>
                <a:cs typeface="DejaVu Sans"/>
              </a:rPr>
              <a:t>Δίκτυα και Επικοινωνία Οχημάτων</a:t>
            </a:r>
          </a:p>
        </p:txBody>
      </p:sp>
      <p:sp>
        <p:nvSpPr>
          <p:cNvPr id="31" name="">
            <a:extLst xmlns:a="http://schemas.openxmlformats.org/drawingml/2006/main">
              <a:ext uri="{FF2B5EF4-FFF2-40B4-BE49-F238E27FC236}">
                <a16:creationId xmlns:a16="http://schemas.microsoft.com/office/drawing/2014/main" id="{090C7B96-DF32-47EB-BE1E-2BE01FB40F1D}"/>
              </a:ext>
            </a:extLst>
          </p:cNvPr>
          <p:cNvSpPr>
            <a:spLocks xmlns:a="http://schemas.openxmlformats.org/drawingml/2006/main" noGrp="1"/>
          </p:cNvSpPr>
          <p:nvPr/>
        </p:nvSpPr>
        <p:spPr>
          <a:xfrm xmlns:a="http://schemas.openxmlformats.org/drawingml/2006/main">
            <a:off x="11049000" y="6477000"/>
            <a:ext cx="5143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r">
              <a:defRPr sz="788" b="1">
                <a:solidFill>
                  <a:srgbClr val="9CADC2"/>
                </a:solidFill>
                <a:latin typeface="DejaVu Sans"/>
                <a:ea typeface="DejaVu Sans"/>
                <a:cs typeface="DejaVu Sans"/>
              </a:defRPr>
            </a:pPr>
            <a:r>
              <a:rPr sz="788" b="1">
                <a:solidFill>
                  <a:srgbClr val="9CADC2"/>
                </a:solidFill>
                <a:latin typeface="DejaVu Sans"/>
                <a:ea typeface="DejaVu Sans"/>
                <a:cs typeface="DejaVu Sans"/>
              </a:rPr>
              <a:t>11</a:t>
            </a:r>
          </a:p>
        </p:txBody>
      </p:sp>
    </p:spTree>
    <p:extLst>
      <p:ext uri="{BB962C8B-B14F-4D97-AF65-F5344CB8AC3E}">
        <p14:creationId xmlns:p14="http://schemas.microsoft.com/office/powerpoint/2010/main" val="101940570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455971D-FE8A-4108-A489-9A2E655EE08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7FA"/>
          </a:solidFill>
          <a:ln xmlns:a="http://schemas.openxmlformats.org/drawingml/2006/main" w="0">
            <a:solidFill>
              <a:srgbClr val="F4F7FA"/>
            </a:solidFill>
          </a:ln>
        </p:spPr>
      </p:sp>
      <p:sp>
        <p:nvSpPr>
          <p:cNvPr id="2" name="">
            <a:extLst xmlns:a="http://schemas.openxmlformats.org/drawingml/2006/main">
              <a:ext uri="{FF2B5EF4-FFF2-40B4-BE49-F238E27FC236}">
                <a16:creationId xmlns:a16="http://schemas.microsoft.com/office/drawing/2014/main" id="{0EA22648-7D03-4BE8-8985-466FE4A6927F}"/>
              </a:ext>
            </a:extLst>
          </p:cNvPr>
          <p:cNvSpPr>
            <a:spLocks xmlns:a="http://schemas.openxmlformats.org/drawingml/2006/main" noGrp="1"/>
          </p:cNvSpPr>
          <p:nvPr/>
        </p:nvSpPr>
        <p:spPr>
          <a:xfrm xmlns:a="http://schemas.openxmlformats.org/drawingml/2006/main">
            <a:off x="609600" y="209550"/>
            <a:ext cx="590550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2AE68"/>
                </a:solidFill>
                <a:latin typeface="DejaVu Sans"/>
                <a:ea typeface="DejaVu Sans"/>
                <a:cs typeface="DejaVu Sans"/>
              </a:defRPr>
            </a:pPr>
            <a:r>
              <a:rPr sz="900" b="1">
                <a:solidFill>
                  <a:srgbClr val="22AE68"/>
                </a:solidFill>
                <a:latin typeface="DejaVu Sans"/>
                <a:ea typeface="DejaVu Sans"/>
                <a:cs typeface="DejaVu Sans"/>
              </a:rPr>
              <a:t>11 · ΕΚΚΊΝΗΣΗ</a:t>
            </a:r>
          </a:p>
        </p:txBody>
      </p:sp>
      <p:sp>
        <p:nvSpPr>
          <p:cNvPr id="3" name="">
            <a:extLst xmlns:a="http://schemas.openxmlformats.org/drawingml/2006/main">
              <a:ext uri="{FF2B5EF4-FFF2-40B4-BE49-F238E27FC236}">
                <a16:creationId xmlns:a16="http://schemas.microsoft.com/office/drawing/2014/main" id="{0727011B-8F7D-4490-ADF8-9F9B49B24F1E}"/>
              </a:ext>
            </a:extLst>
          </p:cNvPr>
          <p:cNvSpPr>
            <a:spLocks xmlns:a="http://schemas.openxmlformats.org/drawingml/2006/main" noGrp="1"/>
          </p:cNvSpPr>
          <p:nvPr/>
        </p:nvSpPr>
        <p:spPr>
          <a:xfrm xmlns:a="http://schemas.openxmlformats.org/drawingml/2006/main">
            <a:off x="609600" y="466725"/>
            <a:ext cx="10858500" cy="6477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071426"/>
                </a:solidFill>
                <a:latin typeface="DejaVu Sans"/>
                <a:ea typeface="DejaVu Sans"/>
                <a:cs typeface="DejaVu Sans"/>
              </a:defRPr>
            </a:pPr>
            <a:r>
              <a:rPr sz="2925" b="1">
                <a:solidFill>
                  <a:srgbClr val="071426"/>
                </a:solidFill>
                <a:latin typeface="DejaVu Sans"/>
                <a:ea typeface="DejaVu Sans"/>
                <a:cs typeface="DejaVu Sans"/>
              </a:rPr>
              <a:t>Τι γνωρίζουμε ήδη;</a:t>
            </a:r>
          </a:p>
        </p:txBody>
      </p:sp>
      <p:sp>
        <p:nvSpPr>
          <p:cNvPr id="4" name="">
            <a:extLst xmlns:a="http://schemas.openxmlformats.org/drawingml/2006/main">
              <a:ext uri="{FF2B5EF4-FFF2-40B4-BE49-F238E27FC236}">
                <a16:creationId xmlns:a16="http://schemas.microsoft.com/office/drawing/2014/main" id="{F339CB83-1AEA-4BEA-83DB-8054B27B7260}"/>
              </a:ext>
            </a:extLst>
          </p:cNvPr>
          <p:cNvSpPr>
            <a:spLocks xmlns:a="http://schemas.openxmlformats.org/drawingml/2006/main" noGrp="1"/>
          </p:cNvSpPr>
          <p:nvPr/>
        </p:nvSpPr>
        <p:spPr>
          <a:xfrm xmlns:a="http://schemas.openxmlformats.org/drawingml/2006/main">
            <a:off x="609600" y="1200150"/>
            <a:ext cx="781050" cy="47625"/>
          </a:xfrm>
          <a:prstGeom xmlns:a="http://schemas.openxmlformats.org/drawingml/2006/main" prst="rect">
            <a:avLst/>
          </a:prstGeom>
          <a:solidFill xmlns:a="http://schemas.openxmlformats.org/drawingml/2006/main">
            <a:srgbClr val="22AE68"/>
          </a:solidFill>
          <a:ln xmlns:a="http://schemas.openxmlformats.org/drawingml/2006/main" w="0">
            <a:solidFill>
              <a:srgbClr val="22AE68"/>
            </a:solidFill>
          </a:ln>
        </p:spPr>
      </p:sp>
      <p:sp>
        <p:nvSpPr>
          <p:cNvPr id="5" name="">
            <a:extLst xmlns:a="http://schemas.openxmlformats.org/drawingml/2006/main">
              <a:ext uri="{FF2B5EF4-FFF2-40B4-BE49-F238E27FC236}">
                <a16:creationId xmlns:a16="http://schemas.microsoft.com/office/drawing/2014/main" id="{D4573B13-2A39-4CBD-A884-A11FD4BDE3D8}"/>
              </a:ext>
            </a:extLst>
          </p:cNvPr>
          <p:cNvSpPr>
            <a:spLocks xmlns:a="http://schemas.openxmlformats.org/drawingml/2006/main" noGrp="1"/>
          </p:cNvSpPr>
          <p:nvPr/>
        </p:nvSpPr>
        <p:spPr>
          <a:xfrm xmlns:a="http://schemas.openxmlformats.org/drawingml/2006/main">
            <a:off x="628650" y="1381125"/>
            <a:ext cx="666750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3637A"/>
                </a:solidFill>
                <a:latin typeface="DejaVu Sans"/>
                <a:ea typeface="DejaVu Sans"/>
                <a:cs typeface="DejaVu Sans"/>
              </a:defRPr>
            </a:pPr>
            <a:r>
              <a:rPr sz="1350" b="0">
                <a:solidFill>
                  <a:srgbClr val="53637A"/>
                </a:solidFill>
                <a:latin typeface="DejaVu Sans"/>
                <a:ea typeface="DejaVu Sans"/>
                <a:cs typeface="DejaVu Sans"/>
              </a:rPr>
              <a:t>Σύντομη συζήτηση — δεν βαθμολογείται.</a:t>
            </a:r>
          </a:p>
        </p:txBody>
      </p:sp>
      <p:sp>
        <p:nvSpPr>
          <p:cNvPr id="6" name="">
            <a:extLst xmlns:a="http://schemas.openxmlformats.org/drawingml/2006/main">
              <a:ext uri="{FF2B5EF4-FFF2-40B4-BE49-F238E27FC236}">
                <a16:creationId xmlns:a16="http://schemas.microsoft.com/office/drawing/2014/main" id="{4288869F-94A5-4BBC-AF22-B6F65DE7A576}"/>
              </a:ext>
            </a:extLst>
          </p:cNvPr>
          <p:cNvSpPr>
            <a:spLocks xmlns:a="http://schemas.openxmlformats.org/drawingml/2006/main" noGrp="1"/>
          </p:cNvSpPr>
          <p:nvPr/>
        </p:nvSpPr>
        <p:spPr>
          <a:xfrm xmlns:a="http://schemas.openxmlformats.org/drawingml/2006/main">
            <a:off x="628650" y="1914525"/>
            <a:ext cx="85725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1430">
            <a:solidFill>
              <a:srgbClr val="C9D5E3"/>
            </a:solidFill>
          </a:ln>
        </p:spPr>
      </p:sp>
      <p:sp>
        <p:nvSpPr>
          <p:cNvPr id="7" name="">
            <a:extLst xmlns:a="http://schemas.openxmlformats.org/drawingml/2006/main">
              <a:ext uri="{FF2B5EF4-FFF2-40B4-BE49-F238E27FC236}">
                <a16:creationId xmlns:a16="http://schemas.microsoft.com/office/drawing/2014/main" id="{9F3D821A-A84F-45EC-BF5B-F7A591DA8377}"/>
              </a:ext>
            </a:extLst>
          </p:cNvPr>
          <p:cNvSpPr>
            <a:spLocks xmlns:a="http://schemas.openxmlformats.org/drawingml/2006/main" noGrp="1"/>
          </p:cNvSpPr>
          <p:nvPr/>
        </p:nvSpPr>
        <p:spPr>
          <a:xfrm xmlns:a="http://schemas.openxmlformats.org/drawingml/2006/main">
            <a:off x="819150" y="2019300"/>
            <a:ext cx="419100" cy="419100"/>
          </a:xfrm>
          <a:prstGeom xmlns:a="http://schemas.openxmlformats.org/drawingml/2006/main" prst="roundRect">
            <a:avLst>
              <a:gd name="adj" fmla="val 18182"/>
            </a:avLst>
          </a:prstGeom>
          <a:solidFill xmlns:a="http://schemas.openxmlformats.org/drawingml/2006/main">
            <a:srgbClr val="F4F7FA"/>
          </a:solidFill>
          <a:ln xmlns:a="http://schemas.openxmlformats.org/drawingml/2006/main" w="11430">
            <a:solidFill>
              <a:srgbClr val="2F76FF"/>
            </a:solidFill>
          </a:ln>
        </p:spPr>
      </p:sp>
      <p:sp>
        <p:nvSpPr>
          <p:cNvPr id="8" name="">
            <a:extLst xmlns:a="http://schemas.openxmlformats.org/drawingml/2006/main">
              <a:ext uri="{FF2B5EF4-FFF2-40B4-BE49-F238E27FC236}">
                <a16:creationId xmlns:a16="http://schemas.microsoft.com/office/drawing/2014/main" id="{581DCB51-42BA-441E-82BB-208BC32F8512}"/>
              </a:ext>
            </a:extLst>
          </p:cNvPr>
          <p:cNvSpPr>
            <a:spLocks xmlns:a="http://schemas.openxmlformats.org/drawingml/2006/main" noGrp="1"/>
          </p:cNvSpPr>
          <p:nvPr/>
        </p:nvSpPr>
        <p:spPr>
          <a:xfrm xmlns:a="http://schemas.openxmlformats.org/drawingml/2006/main">
            <a:off x="819150" y="2019300"/>
            <a:ext cx="419100" cy="4191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F76FF"/>
                </a:solidFill>
                <a:latin typeface="DejaVu Sans"/>
                <a:ea typeface="DejaVu Sans"/>
                <a:cs typeface="DejaVu Sans"/>
              </a:defRPr>
            </a:pPr>
            <a:r>
              <a:rPr sz="1050" b="1">
                <a:solidFill>
                  <a:srgbClr val="2F76FF"/>
                </a:solidFill>
                <a:latin typeface="DejaVu Sans"/>
                <a:ea typeface="DejaVu Sans"/>
                <a:cs typeface="DejaVu Sans"/>
              </a:rPr>
              <a:t>1</a:t>
            </a:r>
          </a:p>
        </p:txBody>
      </p:sp>
      <p:sp>
        <p:nvSpPr>
          <p:cNvPr id="9" name="">
            <a:extLst xmlns:a="http://schemas.openxmlformats.org/drawingml/2006/main">
              <a:ext uri="{FF2B5EF4-FFF2-40B4-BE49-F238E27FC236}">
                <a16:creationId xmlns:a16="http://schemas.microsoft.com/office/drawing/2014/main" id="{49BD8FB9-7958-4EB6-8D6B-843FC89D1665}"/>
              </a:ext>
            </a:extLst>
          </p:cNvPr>
          <p:cNvSpPr>
            <a:spLocks xmlns:a="http://schemas.openxmlformats.org/drawingml/2006/main" noGrp="1"/>
          </p:cNvSpPr>
          <p:nvPr/>
        </p:nvSpPr>
        <p:spPr>
          <a:xfrm xmlns:a="http://schemas.openxmlformats.org/drawingml/2006/main">
            <a:off x="1466850" y="2009775"/>
            <a:ext cx="742950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Ποιες ECU έχετε συναντήσει;</a:t>
            </a:r>
          </a:p>
        </p:txBody>
      </p:sp>
      <p:sp>
        <p:nvSpPr>
          <p:cNvPr id="10" name="">
            <a:extLst xmlns:a="http://schemas.openxmlformats.org/drawingml/2006/main">
              <a:ext uri="{FF2B5EF4-FFF2-40B4-BE49-F238E27FC236}">
                <a16:creationId xmlns:a16="http://schemas.microsoft.com/office/drawing/2014/main" id="{D4F3B156-3D12-4FF7-A00D-60B4AB6E1B07}"/>
              </a:ext>
            </a:extLst>
          </p:cNvPr>
          <p:cNvSpPr>
            <a:spLocks xmlns:a="http://schemas.openxmlformats.org/drawingml/2006/main" noGrp="1"/>
          </p:cNvSpPr>
          <p:nvPr/>
        </p:nvSpPr>
        <p:spPr>
          <a:xfrm xmlns:a="http://schemas.openxmlformats.org/drawingml/2006/main">
            <a:off x="628650" y="2752725"/>
            <a:ext cx="85725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1430">
            <a:solidFill>
              <a:srgbClr val="C9D5E3"/>
            </a:solidFill>
          </a:ln>
        </p:spPr>
      </p:sp>
      <p:sp>
        <p:nvSpPr>
          <p:cNvPr id="11" name="">
            <a:extLst xmlns:a="http://schemas.openxmlformats.org/drawingml/2006/main">
              <a:ext uri="{FF2B5EF4-FFF2-40B4-BE49-F238E27FC236}">
                <a16:creationId xmlns:a16="http://schemas.microsoft.com/office/drawing/2014/main" id="{A32016CF-C5D6-4B42-80A9-AD866BCE4A91}"/>
              </a:ext>
            </a:extLst>
          </p:cNvPr>
          <p:cNvSpPr>
            <a:spLocks xmlns:a="http://schemas.openxmlformats.org/drawingml/2006/main" noGrp="1"/>
          </p:cNvSpPr>
          <p:nvPr/>
        </p:nvSpPr>
        <p:spPr>
          <a:xfrm xmlns:a="http://schemas.openxmlformats.org/drawingml/2006/main">
            <a:off x="819150" y="2857500"/>
            <a:ext cx="419100" cy="419100"/>
          </a:xfrm>
          <a:prstGeom xmlns:a="http://schemas.openxmlformats.org/drawingml/2006/main" prst="roundRect">
            <a:avLst>
              <a:gd name="adj" fmla="val 18182"/>
            </a:avLst>
          </a:prstGeom>
          <a:solidFill xmlns:a="http://schemas.openxmlformats.org/drawingml/2006/main">
            <a:srgbClr val="F4F7FA"/>
          </a:solidFill>
          <a:ln xmlns:a="http://schemas.openxmlformats.org/drawingml/2006/main" w="11430">
            <a:solidFill>
              <a:srgbClr val="22AE68"/>
            </a:solidFill>
          </a:ln>
        </p:spPr>
      </p:sp>
      <p:sp>
        <p:nvSpPr>
          <p:cNvPr id="12" name="">
            <a:extLst xmlns:a="http://schemas.openxmlformats.org/drawingml/2006/main">
              <a:ext uri="{FF2B5EF4-FFF2-40B4-BE49-F238E27FC236}">
                <a16:creationId xmlns:a16="http://schemas.microsoft.com/office/drawing/2014/main" id="{E42FC8BB-7CD8-48DC-8440-89027B52E11A}"/>
              </a:ext>
            </a:extLst>
          </p:cNvPr>
          <p:cNvSpPr>
            <a:spLocks xmlns:a="http://schemas.openxmlformats.org/drawingml/2006/main" noGrp="1"/>
          </p:cNvSpPr>
          <p:nvPr/>
        </p:nvSpPr>
        <p:spPr>
          <a:xfrm xmlns:a="http://schemas.openxmlformats.org/drawingml/2006/main">
            <a:off x="819150" y="2857500"/>
            <a:ext cx="419100" cy="4191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22AE68"/>
                </a:solidFill>
                <a:latin typeface="DejaVu Sans"/>
                <a:ea typeface="DejaVu Sans"/>
                <a:cs typeface="DejaVu Sans"/>
              </a:defRPr>
            </a:pPr>
            <a:r>
              <a:rPr sz="1050" b="1">
                <a:solidFill>
                  <a:srgbClr val="22AE68"/>
                </a:solidFill>
                <a:latin typeface="DejaVu Sans"/>
                <a:ea typeface="DejaVu Sans"/>
                <a:cs typeface="DejaVu Sans"/>
              </a:rPr>
              <a:t>2</a:t>
            </a:r>
          </a:p>
        </p:txBody>
      </p:sp>
      <p:sp>
        <p:nvSpPr>
          <p:cNvPr id="13" name="">
            <a:extLst xmlns:a="http://schemas.openxmlformats.org/drawingml/2006/main">
              <a:ext uri="{FF2B5EF4-FFF2-40B4-BE49-F238E27FC236}">
                <a16:creationId xmlns:a16="http://schemas.microsoft.com/office/drawing/2014/main" id="{A8B6BFA7-25D7-459D-8DA5-EF87A4301ACE}"/>
              </a:ext>
            </a:extLst>
          </p:cNvPr>
          <p:cNvSpPr>
            <a:spLocks xmlns:a="http://schemas.openxmlformats.org/drawingml/2006/main" noGrp="1"/>
          </p:cNvSpPr>
          <p:nvPr/>
        </p:nvSpPr>
        <p:spPr>
          <a:xfrm xmlns:a="http://schemas.openxmlformats.org/drawingml/2006/main">
            <a:off x="1466850" y="2847975"/>
            <a:ext cx="742950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Ποιους αισθητήρες ή ενεργοποιητές γνωρίζετε;</a:t>
            </a:r>
          </a:p>
        </p:txBody>
      </p:sp>
      <p:sp>
        <p:nvSpPr>
          <p:cNvPr id="14" name="">
            <a:extLst xmlns:a="http://schemas.openxmlformats.org/drawingml/2006/main">
              <a:ext uri="{FF2B5EF4-FFF2-40B4-BE49-F238E27FC236}">
                <a16:creationId xmlns:a16="http://schemas.microsoft.com/office/drawing/2014/main" id="{B56B1459-B813-4A46-A04A-AB7481FE35B5}"/>
              </a:ext>
            </a:extLst>
          </p:cNvPr>
          <p:cNvSpPr>
            <a:spLocks xmlns:a="http://schemas.openxmlformats.org/drawingml/2006/main" noGrp="1"/>
          </p:cNvSpPr>
          <p:nvPr/>
        </p:nvSpPr>
        <p:spPr>
          <a:xfrm xmlns:a="http://schemas.openxmlformats.org/drawingml/2006/main">
            <a:off x="628650" y="3590925"/>
            <a:ext cx="85725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1430">
            <a:solidFill>
              <a:srgbClr val="C9D5E3"/>
            </a:solidFill>
          </a:ln>
        </p:spPr>
      </p:sp>
      <p:sp>
        <p:nvSpPr>
          <p:cNvPr id="15" name="">
            <a:extLst xmlns:a="http://schemas.openxmlformats.org/drawingml/2006/main">
              <a:ext uri="{FF2B5EF4-FFF2-40B4-BE49-F238E27FC236}">
                <a16:creationId xmlns:a16="http://schemas.microsoft.com/office/drawing/2014/main" id="{A9A08E5D-5CB4-4F66-83BA-494F634DA1D4}"/>
              </a:ext>
            </a:extLst>
          </p:cNvPr>
          <p:cNvSpPr>
            <a:spLocks xmlns:a="http://schemas.openxmlformats.org/drawingml/2006/main" noGrp="1"/>
          </p:cNvSpPr>
          <p:nvPr/>
        </p:nvSpPr>
        <p:spPr>
          <a:xfrm xmlns:a="http://schemas.openxmlformats.org/drawingml/2006/main">
            <a:off x="819150" y="3695700"/>
            <a:ext cx="419100" cy="419100"/>
          </a:xfrm>
          <a:prstGeom xmlns:a="http://schemas.openxmlformats.org/drawingml/2006/main" prst="roundRect">
            <a:avLst>
              <a:gd name="adj" fmla="val 18182"/>
            </a:avLst>
          </a:prstGeom>
          <a:solidFill xmlns:a="http://schemas.openxmlformats.org/drawingml/2006/main">
            <a:srgbClr val="F4F7FA"/>
          </a:solidFill>
          <a:ln xmlns:a="http://schemas.openxmlformats.org/drawingml/2006/main" w="11430">
            <a:solidFill>
              <a:srgbClr val="FFB000"/>
            </a:solidFill>
          </a:ln>
        </p:spPr>
      </p:sp>
      <p:sp>
        <p:nvSpPr>
          <p:cNvPr id="16" name="">
            <a:extLst xmlns:a="http://schemas.openxmlformats.org/drawingml/2006/main">
              <a:ext uri="{FF2B5EF4-FFF2-40B4-BE49-F238E27FC236}">
                <a16:creationId xmlns:a16="http://schemas.microsoft.com/office/drawing/2014/main" id="{41D9E0DD-195E-47E3-9F0C-0839B88C4245}"/>
              </a:ext>
            </a:extLst>
          </p:cNvPr>
          <p:cNvSpPr>
            <a:spLocks xmlns:a="http://schemas.openxmlformats.org/drawingml/2006/main" noGrp="1"/>
          </p:cNvSpPr>
          <p:nvPr/>
        </p:nvSpPr>
        <p:spPr>
          <a:xfrm xmlns:a="http://schemas.openxmlformats.org/drawingml/2006/main">
            <a:off x="819150" y="3695700"/>
            <a:ext cx="419100" cy="4191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B000"/>
                </a:solidFill>
                <a:latin typeface="DejaVu Sans"/>
                <a:ea typeface="DejaVu Sans"/>
                <a:cs typeface="DejaVu Sans"/>
              </a:defRPr>
            </a:pPr>
            <a:r>
              <a:rPr sz="1050" b="1">
                <a:solidFill>
                  <a:srgbClr val="FFB000"/>
                </a:solidFill>
                <a:latin typeface="DejaVu Sans"/>
                <a:ea typeface="DejaVu Sans"/>
                <a:cs typeface="DejaVu Sans"/>
              </a:rPr>
              <a:t>3</a:t>
            </a:r>
          </a:p>
        </p:txBody>
      </p:sp>
      <p:sp>
        <p:nvSpPr>
          <p:cNvPr id="17" name="">
            <a:extLst xmlns:a="http://schemas.openxmlformats.org/drawingml/2006/main">
              <a:ext uri="{FF2B5EF4-FFF2-40B4-BE49-F238E27FC236}">
                <a16:creationId xmlns:a16="http://schemas.microsoft.com/office/drawing/2014/main" id="{44CADACB-448F-4382-9479-0B663769E683}"/>
              </a:ext>
            </a:extLst>
          </p:cNvPr>
          <p:cNvSpPr>
            <a:spLocks xmlns:a="http://schemas.openxmlformats.org/drawingml/2006/main" noGrp="1"/>
          </p:cNvSpPr>
          <p:nvPr/>
        </p:nvSpPr>
        <p:spPr>
          <a:xfrm xmlns:a="http://schemas.openxmlformats.org/drawingml/2006/main">
            <a:off x="1466850" y="3686175"/>
            <a:ext cx="742950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Έχετε χρησιμοποιήσει διαγνωστικό OBD;</a:t>
            </a:r>
          </a:p>
        </p:txBody>
      </p:sp>
      <p:sp>
        <p:nvSpPr>
          <p:cNvPr id="18" name="">
            <a:extLst xmlns:a="http://schemas.openxmlformats.org/drawingml/2006/main">
              <a:ext uri="{FF2B5EF4-FFF2-40B4-BE49-F238E27FC236}">
                <a16:creationId xmlns:a16="http://schemas.microsoft.com/office/drawing/2014/main" id="{0DF13D0E-22D8-4C83-8C58-E56B942719D8}"/>
              </a:ext>
            </a:extLst>
          </p:cNvPr>
          <p:cNvSpPr>
            <a:spLocks xmlns:a="http://schemas.openxmlformats.org/drawingml/2006/main" noGrp="1"/>
          </p:cNvSpPr>
          <p:nvPr/>
        </p:nvSpPr>
        <p:spPr>
          <a:xfrm xmlns:a="http://schemas.openxmlformats.org/drawingml/2006/main">
            <a:off x="628650" y="4429125"/>
            <a:ext cx="85725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1430">
            <a:solidFill>
              <a:srgbClr val="C9D5E3"/>
            </a:solidFill>
          </a:ln>
        </p:spPr>
      </p:sp>
      <p:sp>
        <p:nvSpPr>
          <p:cNvPr id="19" name="">
            <a:extLst xmlns:a="http://schemas.openxmlformats.org/drawingml/2006/main">
              <a:ext uri="{FF2B5EF4-FFF2-40B4-BE49-F238E27FC236}">
                <a16:creationId xmlns:a16="http://schemas.microsoft.com/office/drawing/2014/main" id="{E516EB05-712F-4B3D-9CFF-9D2309426093}"/>
              </a:ext>
            </a:extLst>
          </p:cNvPr>
          <p:cNvSpPr>
            <a:spLocks xmlns:a="http://schemas.openxmlformats.org/drawingml/2006/main" noGrp="1"/>
          </p:cNvSpPr>
          <p:nvPr/>
        </p:nvSpPr>
        <p:spPr>
          <a:xfrm xmlns:a="http://schemas.openxmlformats.org/drawingml/2006/main">
            <a:off x="819150" y="4533900"/>
            <a:ext cx="419100" cy="419100"/>
          </a:xfrm>
          <a:prstGeom xmlns:a="http://schemas.openxmlformats.org/drawingml/2006/main" prst="roundRect">
            <a:avLst>
              <a:gd name="adj" fmla="val 18182"/>
            </a:avLst>
          </a:prstGeom>
          <a:solidFill xmlns:a="http://schemas.openxmlformats.org/drawingml/2006/main">
            <a:srgbClr val="F4F7FA"/>
          </a:solidFill>
          <a:ln xmlns:a="http://schemas.openxmlformats.org/drawingml/2006/main" w="11430">
            <a:solidFill>
              <a:srgbClr val="D94E52"/>
            </a:solidFill>
          </a:ln>
        </p:spPr>
      </p:sp>
      <p:sp>
        <p:nvSpPr>
          <p:cNvPr id="20" name="">
            <a:extLst xmlns:a="http://schemas.openxmlformats.org/drawingml/2006/main">
              <a:ext uri="{FF2B5EF4-FFF2-40B4-BE49-F238E27FC236}">
                <a16:creationId xmlns:a16="http://schemas.microsoft.com/office/drawing/2014/main" id="{4435BFE6-E34B-468E-A8C0-1AB705DD85B4}"/>
              </a:ext>
            </a:extLst>
          </p:cNvPr>
          <p:cNvSpPr>
            <a:spLocks xmlns:a="http://schemas.openxmlformats.org/drawingml/2006/main" noGrp="1"/>
          </p:cNvSpPr>
          <p:nvPr/>
        </p:nvSpPr>
        <p:spPr>
          <a:xfrm xmlns:a="http://schemas.openxmlformats.org/drawingml/2006/main">
            <a:off x="819150" y="4533900"/>
            <a:ext cx="419100" cy="41910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94E52"/>
                </a:solidFill>
                <a:latin typeface="DejaVu Sans"/>
                <a:ea typeface="DejaVu Sans"/>
                <a:cs typeface="DejaVu Sans"/>
              </a:defRPr>
            </a:pPr>
            <a:r>
              <a:rPr sz="1050" b="1">
                <a:solidFill>
                  <a:srgbClr val="D94E52"/>
                </a:solidFill>
                <a:latin typeface="DejaVu Sans"/>
                <a:ea typeface="DejaVu Sans"/>
                <a:cs typeface="DejaVu Sans"/>
              </a:rPr>
              <a:t>4</a:t>
            </a:r>
          </a:p>
        </p:txBody>
      </p:sp>
      <p:sp>
        <p:nvSpPr>
          <p:cNvPr id="21" name="">
            <a:extLst xmlns:a="http://schemas.openxmlformats.org/drawingml/2006/main">
              <a:ext uri="{FF2B5EF4-FFF2-40B4-BE49-F238E27FC236}">
                <a16:creationId xmlns:a16="http://schemas.microsoft.com/office/drawing/2014/main" id="{24ED779A-A3E0-48BC-AC63-E0C72C67E783}"/>
              </a:ext>
            </a:extLst>
          </p:cNvPr>
          <p:cNvSpPr>
            <a:spLocks xmlns:a="http://schemas.openxmlformats.org/drawingml/2006/main" noGrp="1"/>
          </p:cNvSpPr>
          <p:nvPr/>
        </p:nvSpPr>
        <p:spPr>
          <a:xfrm xmlns:a="http://schemas.openxmlformats.org/drawingml/2006/main">
            <a:off x="1466850" y="4524375"/>
            <a:ext cx="742950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Τι μπορεί να σημαίνει “καμία επικοινωνία”;</a:t>
            </a:r>
          </a:p>
        </p:txBody>
      </p:sp>
      <p:sp>
        <p:nvSpPr>
          <p:cNvPr id="22" name="">
            <a:extLst xmlns:a="http://schemas.openxmlformats.org/drawingml/2006/main">
              <a:ext uri="{FF2B5EF4-FFF2-40B4-BE49-F238E27FC236}">
                <a16:creationId xmlns:a16="http://schemas.microsoft.com/office/drawing/2014/main" id="{DA8ACAAA-FC8F-478B-A37F-B5AA251C84D6}"/>
              </a:ext>
            </a:extLst>
          </p:cNvPr>
          <p:cNvSpPr>
            <a:spLocks xmlns:a="http://schemas.openxmlformats.org/drawingml/2006/main" noGrp="1"/>
          </p:cNvSpPr>
          <p:nvPr/>
        </p:nvSpPr>
        <p:spPr>
          <a:xfrm xmlns:a="http://schemas.openxmlformats.org/drawingml/2006/main">
            <a:off x="9563100" y="1914525"/>
            <a:ext cx="1733550" cy="3143250"/>
          </a:xfrm>
          <a:prstGeom xmlns:a="http://schemas.openxmlformats.org/drawingml/2006/main" prst="roundRect">
            <a:avLst>
              <a:gd name="adj" fmla="val 4396"/>
            </a:avLst>
          </a:prstGeom>
          <a:solidFill xmlns:a="http://schemas.openxmlformats.org/drawingml/2006/main">
            <a:srgbClr val="071426"/>
          </a:solidFill>
          <a:ln xmlns:a="http://schemas.openxmlformats.org/drawingml/2006/main" w="0">
            <a:solidFill>
              <a:srgbClr val="071426"/>
            </a:solidFill>
          </a:ln>
        </p:spPr>
      </p:sp>
      <p:sp>
        <p:nvSpPr>
          <p:cNvPr id="23" name="">
            <a:extLst xmlns:a="http://schemas.openxmlformats.org/drawingml/2006/main">
              <a:ext uri="{FF2B5EF4-FFF2-40B4-BE49-F238E27FC236}">
                <a16:creationId xmlns:a16="http://schemas.microsoft.com/office/drawing/2014/main" id="{59504879-1EAA-41FA-8386-A02A25259795}"/>
              </a:ext>
            </a:extLst>
          </p:cNvPr>
          <p:cNvSpPr>
            <a:spLocks xmlns:a="http://schemas.openxmlformats.org/drawingml/2006/main" noGrp="1"/>
          </p:cNvSpPr>
          <p:nvPr/>
        </p:nvSpPr>
        <p:spPr>
          <a:xfrm xmlns:a="http://schemas.openxmlformats.org/drawingml/2006/main">
            <a:off x="9791700" y="2190750"/>
            <a:ext cx="1276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20C5E8"/>
                </a:solidFill>
                <a:latin typeface="DejaVu Sans"/>
                <a:ea typeface="DejaVu Sans"/>
                <a:cs typeface="DejaVu Sans"/>
              </a:defRPr>
            </a:pPr>
            <a:r>
              <a:rPr sz="1200" b="1">
                <a:solidFill>
                  <a:srgbClr val="20C5E8"/>
                </a:solidFill>
                <a:latin typeface="DejaVu Sans"/>
                <a:ea typeface="DejaVu Sans"/>
                <a:cs typeface="DejaVu Sans"/>
              </a:rPr>
              <a:t>ΑΚΟΥΜΕ</a:t>
            </a:r>
          </a:p>
        </p:txBody>
      </p:sp>
      <p:sp>
        <p:nvSpPr>
          <p:cNvPr id="24" name="">
            <a:extLst xmlns:a="http://schemas.openxmlformats.org/drawingml/2006/main">
              <a:ext uri="{FF2B5EF4-FFF2-40B4-BE49-F238E27FC236}">
                <a16:creationId xmlns:a16="http://schemas.microsoft.com/office/drawing/2014/main" id="{D08D7624-63ED-4FE6-A074-25706781E065}"/>
              </a:ext>
            </a:extLst>
          </p:cNvPr>
          <p:cNvSpPr>
            <a:spLocks xmlns:a="http://schemas.openxmlformats.org/drawingml/2006/main" noGrp="1"/>
          </p:cNvSpPr>
          <p:nvPr/>
        </p:nvSpPr>
        <p:spPr>
          <a:xfrm xmlns:a="http://schemas.openxmlformats.org/drawingml/2006/main">
            <a:off x="9791700" y="2943225"/>
            <a:ext cx="1276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22AE68"/>
                </a:solidFill>
                <a:latin typeface="DejaVu Sans"/>
                <a:ea typeface="DejaVu Sans"/>
                <a:cs typeface="DejaVu Sans"/>
              </a:defRPr>
            </a:pPr>
            <a:r>
              <a:rPr sz="1200" b="1">
                <a:solidFill>
                  <a:srgbClr val="22AE68"/>
                </a:solidFill>
                <a:latin typeface="DejaVu Sans"/>
                <a:ea typeface="DejaVu Sans"/>
                <a:cs typeface="DejaVu Sans"/>
              </a:rPr>
              <a:t>ΣΥΝΔΕΟΥΜΕ</a:t>
            </a:r>
          </a:p>
        </p:txBody>
      </p:sp>
      <p:sp>
        <p:nvSpPr>
          <p:cNvPr id="25" name="">
            <a:extLst xmlns:a="http://schemas.openxmlformats.org/drawingml/2006/main">
              <a:ext uri="{FF2B5EF4-FFF2-40B4-BE49-F238E27FC236}">
                <a16:creationId xmlns:a16="http://schemas.microsoft.com/office/drawing/2014/main" id="{9A94D951-21B4-49AF-86C9-07C9D69290FD}"/>
              </a:ext>
            </a:extLst>
          </p:cNvPr>
          <p:cNvSpPr>
            <a:spLocks xmlns:a="http://schemas.openxmlformats.org/drawingml/2006/main" noGrp="1"/>
          </p:cNvSpPr>
          <p:nvPr/>
        </p:nvSpPr>
        <p:spPr>
          <a:xfrm xmlns:a="http://schemas.openxmlformats.org/drawingml/2006/main">
            <a:off x="9791700" y="3695700"/>
            <a:ext cx="1276350" cy="3238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B000"/>
                </a:solidFill>
                <a:latin typeface="DejaVu Sans"/>
                <a:ea typeface="DejaVu Sans"/>
                <a:cs typeface="DejaVu Sans"/>
              </a:defRPr>
            </a:pPr>
            <a:r>
              <a:rPr sz="1200" b="1">
                <a:solidFill>
                  <a:srgbClr val="FFB000"/>
                </a:solidFill>
                <a:latin typeface="DejaVu Sans"/>
                <a:ea typeface="DejaVu Sans"/>
                <a:cs typeface="DejaVu Sans"/>
              </a:rPr>
              <a:t>ΧΤΙΖΟΥΜΕ</a:t>
            </a:r>
          </a:p>
        </p:txBody>
      </p:sp>
      <p:sp>
        <p:nvSpPr>
          <p:cNvPr id="26" name="">
            <a:extLst xmlns:a="http://schemas.openxmlformats.org/drawingml/2006/main">
              <a:ext uri="{FF2B5EF4-FFF2-40B4-BE49-F238E27FC236}">
                <a16:creationId xmlns:a16="http://schemas.microsoft.com/office/drawing/2014/main" id="{96F340C1-FBA4-4D2D-B240-A0DFC183358A}"/>
              </a:ext>
            </a:extLst>
          </p:cNvPr>
          <p:cNvSpPr>
            <a:spLocks xmlns:a="http://schemas.openxmlformats.org/drawingml/2006/main" noGrp="1"/>
          </p:cNvSpPr>
          <p:nvPr/>
        </p:nvSpPr>
        <p:spPr>
          <a:xfrm xmlns:a="http://schemas.openxmlformats.org/drawingml/2006/main">
            <a:off x="9791700" y="4448175"/>
            <a:ext cx="1276350" cy="2857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938" b="0">
                <a:solidFill>
                  <a:srgbClr val="9CADC2"/>
                </a:solidFill>
                <a:latin typeface="DejaVu Sans"/>
                <a:ea typeface="DejaVu Sans"/>
                <a:cs typeface="DejaVu Sans"/>
              </a:defRPr>
            </a:pPr>
            <a:r>
              <a:rPr sz="938" b="0">
                <a:solidFill>
                  <a:srgbClr val="9CADC2"/>
                </a:solidFill>
                <a:latin typeface="DejaVu Sans"/>
                <a:ea typeface="DejaVu Sans"/>
                <a:cs typeface="DejaVu Sans"/>
              </a:rPr>
              <a:t>μαζί τη βάση</a:t>
            </a:r>
          </a:p>
        </p:txBody>
      </p:sp>
      <p:sp>
        <p:nvSpPr>
          <p:cNvPr id="27" name="">
            <a:extLst xmlns:a="http://schemas.openxmlformats.org/drawingml/2006/main">
              <a:ext uri="{FF2B5EF4-FFF2-40B4-BE49-F238E27FC236}">
                <a16:creationId xmlns:a16="http://schemas.microsoft.com/office/drawing/2014/main" id="{18BCE69A-712E-4750-8819-3D1C930C7D12}"/>
              </a:ext>
            </a:extLst>
          </p:cNvPr>
          <p:cNvSpPr>
            <a:spLocks xmlns:a="http://schemas.openxmlformats.org/drawingml/2006/main" noGrp="1"/>
          </p:cNvSpPr>
          <p:nvPr/>
        </p:nvSpPr>
        <p:spPr>
          <a:xfrm xmlns:a="http://schemas.openxmlformats.org/drawingml/2006/main">
            <a:off x="628650" y="5476875"/>
            <a:ext cx="10668000" cy="476250"/>
          </a:xfrm>
          <a:prstGeom xmlns:a="http://schemas.openxmlformats.org/drawingml/2006/main" prst="roundRect">
            <a:avLst>
              <a:gd name="adj" fmla="val 16000"/>
            </a:avLst>
          </a:prstGeom>
          <a:solidFill xmlns:a="http://schemas.openxmlformats.org/drawingml/2006/main">
            <a:srgbClr val="22AE68"/>
          </a:solidFill>
          <a:ln xmlns:a="http://schemas.openxmlformats.org/drawingml/2006/main" w="0">
            <a:solidFill>
              <a:srgbClr val="22AE68"/>
            </a:solidFill>
          </a:ln>
        </p:spPr>
      </p:sp>
      <p:sp>
        <p:nvSpPr>
          <p:cNvPr id="28" name="">
            <a:extLst xmlns:a="http://schemas.openxmlformats.org/drawingml/2006/main">
              <a:ext uri="{FF2B5EF4-FFF2-40B4-BE49-F238E27FC236}">
                <a16:creationId xmlns:a16="http://schemas.microsoft.com/office/drawing/2014/main" id="{E47BDF56-4B9A-4253-B10A-5E3C0DB29C44}"/>
              </a:ext>
            </a:extLst>
          </p:cNvPr>
          <p:cNvSpPr>
            <a:spLocks xmlns:a="http://schemas.openxmlformats.org/drawingml/2006/main" noGrp="1"/>
          </p:cNvSpPr>
          <p:nvPr/>
        </p:nvSpPr>
        <p:spPr>
          <a:xfrm xmlns:a="http://schemas.openxmlformats.org/drawingml/2006/main">
            <a:off x="876300" y="5514975"/>
            <a:ext cx="10172700" cy="4000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7FAFD"/>
                </a:solidFill>
                <a:latin typeface="DejaVu Sans"/>
                <a:ea typeface="DejaVu Sans"/>
                <a:cs typeface="DejaVu Sans"/>
              </a:defRPr>
            </a:pPr>
            <a:r>
              <a:rPr sz="1350" b="1">
                <a:solidFill>
                  <a:srgbClr val="F7FAFD"/>
                </a:solidFill>
                <a:latin typeface="DejaVu Sans"/>
                <a:ea typeface="DejaVu Sans"/>
                <a:cs typeface="DejaVu Sans"/>
              </a:rPr>
              <a:t>Επόμενο βήμα: Μάθημα 1 — από τον αισθητήρα στην ECU και στον ενεργοποιητή</a:t>
            </a:r>
          </a:p>
        </p:txBody>
      </p:sp>
      <p:sp>
        <p:nvSpPr>
          <p:cNvPr id="29" name="">
            <a:extLst xmlns:a="http://schemas.openxmlformats.org/drawingml/2006/main">
              <a:ext uri="{FF2B5EF4-FFF2-40B4-BE49-F238E27FC236}">
                <a16:creationId xmlns:a16="http://schemas.microsoft.com/office/drawing/2014/main" id="{1C9650B0-4BCE-4056-8B64-DA1BD565879E}"/>
              </a:ext>
            </a:extLst>
          </p:cNvPr>
          <p:cNvSpPr>
            <a:spLocks xmlns:a="http://schemas.openxmlformats.org/drawingml/2006/main" noGrp="1"/>
          </p:cNvSpPr>
          <p:nvPr/>
        </p:nvSpPr>
        <p:spPr>
          <a:xfrm xmlns:a="http://schemas.openxmlformats.org/drawingml/2006/main">
            <a:off x="609600" y="6477000"/>
            <a:ext cx="44767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l">
              <a:defRPr sz="788" b="0">
                <a:solidFill>
                  <a:srgbClr val="53637A"/>
                </a:solidFill>
                <a:latin typeface="DejaVu Sans"/>
                <a:ea typeface="DejaVu Sans"/>
                <a:cs typeface="DejaVu Sans"/>
              </a:defRPr>
            </a:pPr>
            <a:r>
              <a:rPr sz="788" b="0">
                <a:solidFill>
                  <a:srgbClr val="53637A"/>
                </a:solidFill>
                <a:latin typeface="DejaVu Sans"/>
                <a:ea typeface="DejaVu Sans"/>
                <a:cs typeface="DejaVu Sans"/>
              </a:rPr>
              <a:t>Δίκτυα και Επικοινωνία Οχημάτων</a:t>
            </a:r>
          </a:p>
        </p:txBody>
      </p:sp>
      <p:sp>
        <p:nvSpPr>
          <p:cNvPr id="30" name="">
            <a:extLst xmlns:a="http://schemas.openxmlformats.org/drawingml/2006/main">
              <a:ext uri="{FF2B5EF4-FFF2-40B4-BE49-F238E27FC236}">
                <a16:creationId xmlns:a16="http://schemas.microsoft.com/office/drawing/2014/main" id="{B993712E-A22A-4725-91CD-48F141E2CF79}"/>
              </a:ext>
            </a:extLst>
          </p:cNvPr>
          <p:cNvSpPr>
            <a:spLocks xmlns:a="http://schemas.openxmlformats.org/drawingml/2006/main" noGrp="1"/>
          </p:cNvSpPr>
          <p:nvPr/>
        </p:nvSpPr>
        <p:spPr>
          <a:xfrm xmlns:a="http://schemas.openxmlformats.org/drawingml/2006/main">
            <a:off x="11049000" y="6477000"/>
            <a:ext cx="5143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anchor="ctr">
            <a:normAutofit fontScale="98350"/>
          </a:bodyPr>
          <a:lstStyle xmlns:a="http://schemas.openxmlformats.org/drawingml/2006/main"/>
          <a:p xmlns:a="http://schemas.openxmlformats.org/drawingml/2006/main">
            <a:pPr algn="r">
              <a:defRPr sz="788" b="1">
                <a:solidFill>
                  <a:srgbClr val="53637A"/>
                </a:solidFill>
                <a:latin typeface="DejaVu Sans"/>
                <a:ea typeface="DejaVu Sans"/>
                <a:cs typeface="DejaVu Sans"/>
              </a:defRPr>
            </a:pPr>
            <a:r>
              <a:rPr sz="788" b="1">
                <a:solidFill>
                  <a:srgbClr val="53637A"/>
                </a:solidFill>
                <a:latin typeface="DejaVu Sans"/>
                <a:ea typeface="DejaVu Sans"/>
                <a:cs typeface="DejaVu Sans"/>
              </a:rPr>
              <a:t>12</a:t>
            </a:r>
          </a:p>
        </p:txBody>
      </p:sp>
    </p:spTree>
    <p:extLst>
      <p:ext uri="{BB962C8B-B14F-4D97-AF65-F5344CB8AC3E}">
        <p14:creationId xmlns:p14="http://schemas.microsoft.com/office/powerpoint/2010/main" val="14491009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2026-09-30T06:15:27.3710000Z</dcterms:created>
  <dcterms:modified xsi:type="dcterms:W3CDTF">2026-09-30T06:15:27.3710000Z</dcterms:modified>
</coreProperties>
</file>