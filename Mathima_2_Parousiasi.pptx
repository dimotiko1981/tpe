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4be04be3794ef5" /><Relationship Type="http://schemas.openxmlformats.org/officeDocument/2006/relationships/extended-properties" Target="/docProps/app.xml" Id="Rd8d88061745646b0" /><Relationship Type="http://schemas.openxmlformats.org/officeDocument/2006/relationships/officeDocument" Target="/ppt/presentation.xml" Id="R9cb347fde3f649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ab921959fd455e"/>
  </p:sldMasterIdLst>
  <p:notesMasterIdLst>
    <p:notesMasterId xmlns:r="http://schemas.openxmlformats.org/officeDocument/2006/relationships" r:id="Ra027beb240f947d5"/>
  </p:notesMasterIdLst>
  <p:sldIdLst>
    <p:sldId xmlns:r="http://schemas.openxmlformats.org/officeDocument/2006/relationships" id="256" r:id="R62893151936349a4"/>
    <p:sldId xmlns:r="http://schemas.openxmlformats.org/officeDocument/2006/relationships" id="257" r:id="R6e20ce5ac6f04efd"/>
    <p:sldId xmlns:r="http://schemas.openxmlformats.org/officeDocument/2006/relationships" id="258" r:id="R33b8ff5f336544fd"/>
    <p:sldId xmlns:r="http://schemas.openxmlformats.org/officeDocument/2006/relationships" id="259" r:id="R14c85437ca9b4c64"/>
    <p:sldId xmlns:r="http://schemas.openxmlformats.org/officeDocument/2006/relationships" id="260" r:id="R20348b74969442a2"/>
    <p:sldId xmlns:r="http://schemas.openxmlformats.org/officeDocument/2006/relationships" id="261" r:id="R71289551e537429e"/>
    <p:sldId xmlns:r="http://schemas.openxmlformats.org/officeDocument/2006/relationships" id="262" r:id="Rd7b4e7f172954d3a"/>
    <p:sldId xmlns:r="http://schemas.openxmlformats.org/officeDocument/2006/relationships" id="263" r:id="Rc735a8fd3c484859"/>
    <p:sldId xmlns:r="http://schemas.openxmlformats.org/officeDocument/2006/relationships" id="264" r:id="R437c5272248943bb"/>
    <p:sldId xmlns:r="http://schemas.openxmlformats.org/officeDocument/2006/relationships" id="265" r:id="R36c7a881c469439a"/>
    <p:sldId xmlns:r="http://schemas.openxmlformats.org/officeDocument/2006/relationships" id="266" r:id="R3c6789ec6f264b22"/>
    <p:sldId xmlns:r="http://schemas.openxmlformats.org/officeDocument/2006/relationships" id="267" r:id="R260f7bba8079443a"/>
    <p:sldId xmlns:r="http://schemas.openxmlformats.org/officeDocument/2006/relationships" id="268" r:id="R7e57764d9a054734"/>
    <p:sldId xmlns:r="http://schemas.openxmlformats.org/officeDocument/2006/relationships" id="269" r:id="R59ce72f1d8e94988"/>
    <p:sldId xmlns:r="http://schemas.openxmlformats.org/officeDocument/2006/relationships" id="270" r:id="Rfc4ff5c4edd04d62"/>
    <p:sldId xmlns:r="http://schemas.openxmlformats.org/officeDocument/2006/relationships" id="271" r:id="R900ea6cd7a82450d"/>
    <p:sldId xmlns:r="http://schemas.openxmlformats.org/officeDocument/2006/relationships" id="272" r:id="Rbb8ad28b7e7b4fbe"/>
    <p:sldId xmlns:r="http://schemas.openxmlformats.org/officeDocument/2006/relationships" id="273" r:id="R181dbb1e0dc64661"/>
    <p:sldId xmlns:r="http://schemas.openxmlformats.org/officeDocument/2006/relationships" id="274" r:id="R997f2c0efd494878"/>
    <p:sldId xmlns:r="http://schemas.openxmlformats.org/officeDocument/2006/relationships" id="275" r:id="R00595cb99287458d"/>
    <p:sldId xmlns:r="http://schemas.openxmlformats.org/officeDocument/2006/relationships" id="276" r:id="R1d6e70999038426d"/>
    <p:sldId xmlns:r="http://schemas.openxmlformats.org/officeDocument/2006/relationships" id="277" r:id="R4010d55ca50143a0"/>
    <p:sldId xmlns:r="http://schemas.openxmlformats.org/officeDocument/2006/relationships" id="278" r:id="R9e89c33d6a37464c"/>
    <p:sldId xmlns:r="http://schemas.openxmlformats.org/officeDocument/2006/relationships" id="279" r:id="R60e9c0b051cb486a"/>
    <p:sldId xmlns:r="http://schemas.openxmlformats.org/officeDocument/2006/relationships" id="280" r:id="Rbbbd7188ad2b4e3d"/>
    <p:sldId xmlns:r="http://schemas.openxmlformats.org/officeDocument/2006/relationships" id="281" r:id="R0fcd1ec6fddd434d"/>
    <p:sldId xmlns:r="http://schemas.openxmlformats.org/officeDocument/2006/relationships" id="282" r:id="R60610ed54e4a4d66"/>
    <p:sldId xmlns:r="http://schemas.openxmlformats.org/officeDocument/2006/relationships" id="283" r:id="Ra9824e535f8148de"/>
    <p:sldId xmlns:r="http://schemas.openxmlformats.org/officeDocument/2006/relationships" id="284" r:id="Ra7c3af3909ac4f89"/>
    <p:sldId xmlns:r="http://schemas.openxmlformats.org/officeDocument/2006/relationships" id="285" r:id="R0e1ef665ea4f44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553b047a244593" /><Relationship Type="http://schemas.openxmlformats.org/officeDocument/2006/relationships/slideMaster" Target="/ppt/slideMasters/slideMaster1.xml" Id="R18ab921959fd455e" /><Relationship Type="http://schemas.openxmlformats.org/officeDocument/2006/relationships/notesMaster" Target="/ppt/notesMasters/notesMaster1.xml" Id="Ra027beb240f947d5" /><Relationship Type="http://schemas.openxmlformats.org/officeDocument/2006/relationships/presProps" Target="/ppt/presProps.xml" Id="R41dcf3608c35414c" /><Relationship Type="http://schemas.openxmlformats.org/officeDocument/2006/relationships/tableStyles" Target="/ppt/tableStyles.xml" Id="Raa9e3f928fde4829" /><Relationship Type="http://schemas.openxmlformats.org/officeDocument/2006/relationships/slide" Target="/ppt/slides/slide1.xml" Id="R62893151936349a4" /><Relationship Type="http://schemas.openxmlformats.org/officeDocument/2006/relationships/slide" Target="/ppt/slides/slide2.xml" Id="R6e20ce5ac6f04efd" /><Relationship Type="http://schemas.openxmlformats.org/officeDocument/2006/relationships/slide" Target="/ppt/slides/slide3.xml" Id="R33b8ff5f336544fd" /><Relationship Type="http://schemas.openxmlformats.org/officeDocument/2006/relationships/slide" Target="/ppt/slides/slide4.xml" Id="R14c85437ca9b4c64" /><Relationship Type="http://schemas.openxmlformats.org/officeDocument/2006/relationships/slide" Target="/ppt/slides/slide5.xml" Id="R20348b74969442a2" /><Relationship Type="http://schemas.openxmlformats.org/officeDocument/2006/relationships/slide" Target="/ppt/slides/slide6.xml" Id="R71289551e537429e" /><Relationship Type="http://schemas.openxmlformats.org/officeDocument/2006/relationships/slide" Target="/ppt/slides/slide7.xml" Id="Rd7b4e7f172954d3a" /><Relationship Type="http://schemas.openxmlformats.org/officeDocument/2006/relationships/slide" Target="/ppt/slides/slide8.xml" Id="Rc735a8fd3c484859" /><Relationship Type="http://schemas.openxmlformats.org/officeDocument/2006/relationships/slide" Target="/ppt/slides/slide9.xml" Id="R437c5272248943bb" /><Relationship Type="http://schemas.openxmlformats.org/officeDocument/2006/relationships/slide" Target="/ppt/slides/slide10.xml" Id="R36c7a881c469439a" /><Relationship Type="http://schemas.openxmlformats.org/officeDocument/2006/relationships/slide" Target="/ppt/slides/slide11.xml" Id="R3c6789ec6f264b22" /><Relationship Type="http://schemas.openxmlformats.org/officeDocument/2006/relationships/slide" Target="/ppt/slides/slide12.xml" Id="R260f7bba8079443a" /><Relationship Type="http://schemas.openxmlformats.org/officeDocument/2006/relationships/slide" Target="/ppt/slides/slide13.xml" Id="R7e57764d9a054734" /><Relationship Type="http://schemas.openxmlformats.org/officeDocument/2006/relationships/slide" Target="/ppt/slides/slide14.xml" Id="R59ce72f1d8e94988" /><Relationship Type="http://schemas.openxmlformats.org/officeDocument/2006/relationships/slide" Target="/ppt/slides/slide15.xml" Id="Rfc4ff5c4edd04d62" /><Relationship Type="http://schemas.openxmlformats.org/officeDocument/2006/relationships/slide" Target="/ppt/slides/slide16.xml" Id="R900ea6cd7a82450d" /><Relationship Type="http://schemas.openxmlformats.org/officeDocument/2006/relationships/slide" Target="/ppt/slides/slide17.xml" Id="Rbb8ad28b7e7b4fbe" /><Relationship Type="http://schemas.openxmlformats.org/officeDocument/2006/relationships/slide" Target="/ppt/slides/slide18.xml" Id="R181dbb1e0dc64661" /><Relationship Type="http://schemas.openxmlformats.org/officeDocument/2006/relationships/slide" Target="/ppt/slides/slide19.xml" Id="R997f2c0efd494878" /><Relationship Type="http://schemas.openxmlformats.org/officeDocument/2006/relationships/slide" Target="/ppt/slides/slide20.xml" Id="R00595cb99287458d" /><Relationship Type="http://schemas.openxmlformats.org/officeDocument/2006/relationships/slide" Target="/ppt/slides/slide21.xml" Id="R1d6e70999038426d" /><Relationship Type="http://schemas.openxmlformats.org/officeDocument/2006/relationships/slide" Target="/ppt/slides/slide22.xml" Id="R4010d55ca50143a0" /><Relationship Type="http://schemas.openxmlformats.org/officeDocument/2006/relationships/slide" Target="/ppt/slides/slide23.xml" Id="R9e89c33d6a37464c" /><Relationship Type="http://schemas.openxmlformats.org/officeDocument/2006/relationships/slide" Target="/ppt/slides/slide24.xml" Id="R60e9c0b051cb486a" /><Relationship Type="http://schemas.openxmlformats.org/officeDocument/2006/relationships/slide" Target="/ppt/slides/slide25.xml" Id="Rbbbd7188ad2b4e3d" /><Relationship Type="http://schemas.openxmlformats.org/officeDocument/2006/relationships/slide" Target="/ppt/slides/slide26.xml" Id="R0fcd1ec6fddd434d" /><Relationship Type="http://schemas.openxmlformats.org/officeDocument/2006/relationships/slide" Target="/ppt/slides/slide27.xml" Id="R60610ed54e4a4d66" /><Relationship Type="http://schemas.openxmlformats.org/officeDocument/2006/relationships/slide" Target="/ppt/slides/slide28.xml" Id="Ra9824e535f8148de" /><Relationship Type="http://schemas.openxmlformats.org/officeDocument/2006/relationships/slide" Target="/ppt/slides/slide29.xml" Id="Ra7c3af3909ac4f89" /><Relationship Type="http://schemas.openxmlformats.org/officeDocument/2006/relationships/slide" Target="/ppt/slides/slide30.xml" Id="R0e1ef665ea4f44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c2f2087ac749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3f3423adf24579" /><Relationship Type="http://schemas.openxmlformats.org/officeDocument/2006/relationships/notesMaster" Target="/ppt/notesMasters/notesMaster1.xml" Id="Re2cdf388691a4c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cfe3587eb54fa9" /><Relationship Type="http://schemas.openxmlformats.org/officeDocument/2006/relationships/notesMaster" Target="/ppt/notesMasters/notesMaster1.xml" Id="R173d2f91ae1946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06973ae0fa4916" /><Relationship Type="http://schemas.openxmlformats.org/officeDocument/2006/relationships/notesMaster" Target="/ppt/notesMasters/notesMaster1.xml" Id="R5a285a97723f4b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9a3708b93d488a" /><Relationship Type="http://schemas.openxmlformats.org/officeDocument/2006/relationships/notesMaster" Target="/ppt/notesMasters/notesMaster1.xml" Id="Rf84026b814a642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9d0670f28c4210" /><Relationship Type="http://schemas.openxmlformats.org/officeDocument/2006/relationships/notesMaster" Target="/ppt/notesMasters/notesMaster1.xml" Id="R33716964331043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8b9fe04ee34422" /><Relationship Type="http://schemas.openxmlformats.org/officeDocument/2006/relationships/notesMaster" Target="/ppt/notesMasters/notesMaster1.xml" Id="R453d7a5dfe8545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e4a054182c48db" /><Relationship Type="http://schemas.openxmlformats.org/officeDocument/2006/relationships/notesMaster" Target="/ppt/notesMasters/notesMaster1.xml" Id="R14d1cd40fc134b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a6a4dd869f437e" /><Relationship Type="http://schemas.openxmlformats.org/officeDocument/2006/relationships/notesMaster" Target="/ppt/notesMasters/notesMaster1.xml" Id="Rc46059a8c70940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c3900ddc85422a" /><Relationship Type="http://schemas.openxmlformats.org/officeDocument/2006/relationships/notesMaster" Target="/ppt/notesMasters/notesMaster1.xml" Id="Re631b3b9c88d42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0718218967427f" /><Relationship Type="http://schemas.openxmlformats.org/officeDocument/2006/relationships/notesMaster" Target="/ppt/notesMasters/notesMaster1.xml" Id="R0640afd2ac9647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1101b2c5b9492b" /><Relationship Type="http://schemas.openxmlformats.org/officeDocument/2006/relationships/notesMaster" Target="/ppt/notesMasters/notesMaster1.xml" Id="Ree424f8c7d6e41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cd8668575e4638" /><Relationship Type="http://schemas.openxmlformats.org/officeDocument/2006/relationships/notesMaster" Target="/ppt/notesMasters/notesMaster1.xml" Id="R3f6a4f749a0742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6db790ae8184aab" /><Relationship Type="http://schemas.openxmlformats.org/officeDocument/2006/relationships/notesMaster" Target="/ppt/notesMasters/notesMaster1.xml" Id="Re9a29441c96b49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82c41a83584b51" /><Relationship Type="http://schemas.openxmlformats.org/officeDocument/2006/relationships/notesMaster" Target="/ppt/notesMasters/notesMaster1.xml" Id="R62b0a5427f31402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6e673d3fb84ef2" /><Relationship Type="http://schemas.openxmlformats.org/officeDocument/2006/relationships/notesMaster" Target="/ppt/notesMasters/notesMaster1.xml" Id="R7a4c3ccf4ca142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40c6193477471f" /><Relationship Type="http://schemas.openxmlformats.org/officeDocument/2006/relationships/notesMaster" Target="/ppt/notesMasters/notesMaster1.xml" Id="R496f1c16443f4a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22c30aefcb42b2" /><Relationship Type="http://schemas.openxmlformats.org/officeDocument/2006/relationships/notesMaster" Target="/ppt/notesMasters/notesMaster1.xml" Id="R1038bf58be3941b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faf59084a8242dc" /><Relationship Type="http://schemas.openxmlformats.org/officeDocument/2006/relationships/notesMaster" Target="/ppt/notesMasters/notesMaster1.xml" Id="R47d3277b574c48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7d93b559f745c3" /><Relationship Type="http://schemas.openxmlformats.org/officeDocument/2006/relationships/notesMaster" Target="/ppt/notesMasters/notesMaster1.xml" Id="R5c6607aca91744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a7a09fe04a45a6" /><Relationship Type="http://schemas.openxmlformats.org/officeDocument/2006/relationships/notesMaster" Target="/ppt/notesMasters/notesMaster1.xml" Id="Rd0a7e478b2984d0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755c637cde4a29" /><Relationship Type="http://schemas.openxmlformats.org/officeDocument/2006/relationships/notesMaster" Target="/ppt/notesMasters/notesMaster1.xml" Id="R939fd72a74df40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c7a830e83343e9" /><Relationship Type="http://schemas.openxmlformats.org/officeDocument/2006/relationships/notesMaster" Target="/ppt/notesMasters/notesMaster1.xml" Id="Rbb8d37d54db740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dbf18b92584576" /><Relationship Type="http://schemas.openxmlformats.org/officeDocument/2006/relationships/notesMaster" Target="/ppt/notesMasters/notesMaster1.xml" Id="R77e33c2380fb483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6da8056b51485f" /><Relationship Type="http://schemas.openxmlformats.org/officeDocument/2006/relationships/notesMaster" Target="/ppt/notesMasters/notesMaster1.xml" Id="R06d58c7cdfff4d2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4990a2aab1740fd" /><Relationship Type="http://schemas.openxmlformats.org/officeDocument/2006/relationships/notesMaster" Target="/ppt/notesMasters/notesMaster1.xml" Id="Rad78132cbdd642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49f4294e8254d04" /><Relationship Type="http://schemas.openxmlformats.org/officeDocument/2006/relationships/notesMaster" Target="/ppt/notesMasters/notesMaster1.xml" Id="Rac1d9125d61a45a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5ff586076c34633" /><Relationship Type="http://schemas.openxmlformats.org/officeDocument/2006/relationships/notesMaster" Target="/ppt/notesMasters/notesMaster1.xml" Id="R3fb4e2fcbe9c439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a448de8b214138" /><Relationship Type="http://schemas.openxmlformats.org/officeDocument/2006/relationships/notesMaster" Target="/ppt/notesMasters/notesMaster1.xml" Id="Ref594eef2fb5407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2d28052f25848e2" /><Relationship Type="http://schemas.openxmlformats.org/officeDocument/2006/relationships/notesMaster" Target="/ppt/notesMasters/notesMaster1.xml" Id="Re26f22ce7db8459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5d13baafd274e1f" /><Relationship Type="http://schemas.openxmlformats.org/officeDocument/2006/relationships/notesMaster" Target="/ppt/notesMasters/notesMaster1.xml" Id="R6f604d37b55e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Παρουσιάστε μόνο τον τίτλο και το πλαίσιο του μαθήματος.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Εκπαιδευτικό Εγχειρίδιο Τεχνικός Μηχανοτρονικής Οχημάτων, Γ΄ εξάμηνο, 2.3.Β.1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4΄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Ζητήστε δύο αυθόρμητες απαντήσεις. Μην δώσετε ακόμη τον ορισμό του δικτύου.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Εκπαιδευτικό Εγχειρίδιο, 2.3.Β.1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Συνδέστε τα τέσσερα βήματα με το παράδειγμα της προηγούμενης διαφάνειας.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Διδακτική απλοποίηση της ροής πληροφορίας σε δικτυωμένα συστήματα οχήματος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Διαβάστε μόνο τις λέξεις-κλειδιά, όχι κάθε πρόταση αναλυτικά.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Εκπαιδευτικό Εγχειρίδιο, μαθησιακά αποτελέσματα και 2.3.Β.1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Δώστε έμφαση στην αλλαγή αρχιτεκτονικής, όχι μόνο στη μείωση καλωδίων.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CSS Electronics, CAN Bus Explained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Ρωτήστε ποιο από τα τέσσερα προβλήματα επηρεάζει περισσότερο το συνεργείο.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Automotive Electrics and Automotive Electronics, vehicle electrical architectures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Εξηγήστε ότι κοινός δίαυλος δεν σημαίνει ότι όλες οι μονάδες εκτελούν την ίδια εργασία.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CSS Electronics, CAN Bus Explained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Ζητήστε από τους καταρτιζόμενους να επαναλάβουν τον ορισμό με δικά τους λόγια.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Εκπαιδευτικό Εγχειρίδιο, 2.3.Β.1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Διαχωρίστε καθαρά μέτρηση, απόφαση και ενέργεια.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Εκπαιδευτικό Εγχειρίδιο, 2.3.Β.1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Δώστε παραδείγματα από το εργαστήριο: ECT, MAP, αισθητήρας στροφών, αισθητήρας θέσης πεντάλ.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Automotive Sensors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Τονίστε ότι η ECU είναι κόμβος του δικτύου και όχι απλώς ένας υπολογιστής με αισθητήρες.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Automotive Handbook, electronic control units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Ζητήστε ένα ακόμη παράδειγμα ενεργοποιητή από τους καταρτιζόμενους.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Automotive Electrics and Automotive Electronics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4΄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Ρωτήστε: ποια πληροφορία μεταδίδεται, ποια μονάδα αποφασίζει, ποια εξαρτήματα ενεργούν;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Διδακτικό παράδειγμα βασισμένο στην αρχή αισθητήρας–ECU–ενεργοποιητής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Ξεκαθαρίστε ότι ένα όχημα μπορεί να έχει πολλές δεκάδες ECU, ανάλογα με την αρχιτεκτονική και τον εξοπλισμό.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Automotive Handbook, vehicle electronic systems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4΄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Αναδείξτε ότι το δίκτυο αποφεύγει πολλαπλούς αισθητήρες για την ίδια πληροφορία.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CSS Electronics, CAN Bus Explained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Κρατήστε την περιγραφή γενική. Η πλήρης δομή πλαισίου CAN θα αναλυθεί αργότερα.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CAN Specification 2.0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Τονίστε ότι τα ίδια bytes δεν έχουν γενική σημασία χωρίς το σωστό πρωτόκολλο και την τεκμηρίωση.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CAN Specification 2.0· το αριθμητικό παράδειγμα είναι διδακτικό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Ζητήστε από κάθε ομάδα να δώσει ένα παράδειγμα για κάθε κατηγορία.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Εκπαιδευτικό Εγχειρίδιο, 2.3.Β.1 και 2.3.Β.4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Χρησιμοποιήστε την αναλογία μιας κοινής γλώσσας, αλλά επιστρέψτε αμέσως στους τεχνικούς κανόνες.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CAN Specification 2.0· NXP I²C-bus Specification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Μην μπείτε σε ηλεκτρικές λεπτομέρειες VPW/PWM στην εισαγωγική ενότητα.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SAE J1850 standard 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Παρουσιάστε το ως παράδειγμα κατασκευαστικής αρχιτεκτονικής, όχι ως σημερινό κυρίαρχο πρότυπο.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Chrysler service literature, Programmable Communications Interface (PCI) Bus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Ξεκαθαρίστε τη διαφορά μεταξύ επικοινωνίας πάνω στην πλακέτα και δικτύου μεταξύ ECU.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NXP UM10204, I²C-bus Specification and User Manual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4΄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Αναφέρετε μόνο τις τρεις ιδέες: δύο γραμμές, προτεραιότητα μηνυμάτων, ενσωματωμένος έλεγχος σφαλμάτων.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CAN Specification 2.0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4΄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Κάντε σύντομη προφορική σύγκριση: ποιο είναι μέσα στην ECU και ποιο ανάμεσα στις ECU;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SAE J1850· NXP I²C Specification· Bosch CAN Specification· Chrysler PCI service literature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Συνδέστε κάθε όφελος με ένα πραγματικό πλεονέκτημα για κατασκευαστή, οδηγό ή τεχνικό.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CSS Electronics, CAN Bus Explained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Μην παρουσιάσετε λεπτομέρειες λειτουργικής ασφάλειας· κρατήστε τη σύνδεση με την αξιοπιστία της επικοινωνίας.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ISO 26262 overview· Bosch CAN Specification 2.0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3΄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Δώστε ένα παράδειγμα fallback χωρίς να μπείτε σε συγκεκριμένη στρατηγική κατασκευαστή.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Bosch CAN Specification 2.0· γενικές αρχές διαγνωστικής επικοινωνίας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5΄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Ζητήστε να αιτιολογήσουν γιατί η αντικατάσταση ECU είναι το τελευταίο βήμα.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Εκπαιδευτικό Εγχειρίδιο, 2.3.Β.1 και 2.3.Β.5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5΄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Δώστε 60΄΄ ατομικής σκέψης και στη συνέχεια ζητήστε σύντομες τεκμηριωμένες απαντήσεις.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Ερωτήσεις διαμορφωτικής αξιολόγησης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Ενδεικτικός χρόνος: 2΄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Σημείωση εκπαιδευτή: Κλείστε με μία πρόταση από κάθε καταρτιζόμενο: ποια ιδέα θεωρεί σημαντικότερη;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Πηγή: Εκπαιδευτικό Εγχειρίδιο, μετάβαση από 2.3.Β.1 σε 2.3.Β.2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a941223a64f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59a7072ec3414a" /><Relationship Type="http://schemas.openxmlformats.org/officeDocument/2006/relationships/slideLayout" Target="/ppt/slideLayouts/slideLayout1.xml" Id="R25e460f620a3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460f620a3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b2bf61aa242cd" /><Relationship Type="http://schemas.openxmlformats.org/officeDocument/2006/relationships/notesSlide" Target="/ppt/notesSlides/notesSlide1.xml" Id="R7d9899d5373240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1a6108c8f4eef" /><Relationship Type="http://schemas.openxmlformats.org/officeDocument/2006/relationships/notesSlide" Target="/ppt/notesSlides/notesSlide2.xml" Id="Rf972df14a18945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986a6bcca49aa" /><Relationship Type="http://schemas.openxmlformats.org/officeDocument/2006/relationships/notesSlide" Target="/ppt/notesSlides/notesSlide3.xml" Id="Rd3301a82d7f34a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31cc34154429e" /><Relationship Type="http://schemas.openxmlformats.org/officeDocument/2006/relationships/notesSlide" Target="/ppt/notesSlides/notesSlide4.xml" Id="Rd0ec5d231d0447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ba24743b940c9" /><Relationship Type="http://schemas.openxmlformats.org/officeDocument/2006/relationships/notesSlide" Target="/ppt/notesSlides/notesSlide5.xml" Id="Ra3f5006b67c74e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4f79f54344056" /><Relationship Type="http://schemas.openxmlformats.org/officeDocument/2006/relationships/notesSlide" Target="/ppt/notesSlides/notesSlide6.xml" Id="Re7f011f968c347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9dafdbb8043b4" /><Relationship Type="http://schemas.openxmlformats.org/officeDocument/2006/relationships/notesSlide" Target="/ppt/notesSlides/notesSlide7.xml" Id="Rceada8f51c76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afa600da8409f" /><Relationship Type="http://schemas.openxmlformats.org/officeDocument/2006/relationships/notesSlide" Target="/ppt/notesSlides/notesSlide8.xml" Id="R5bc88d4c179f4e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adbaafc244069" /><Relationship Type="http://schemas.openxmlformats.org/officeDocument/2006/relationships/notesSlide" Target="/ppt/notesSlides/notesSlide9.xml" Id="Rde6a1b755e3c44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d93c2c5d04965" /><Relationship Type="http://schemas.openxmlformats.org/officeDocument/2006/relationships/notesSlide" Target="/ppt/notesSlides/notesSlide10.xml" Id="R3350f2efcfb549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d1f8911b34b70" /><Relationship Type="http://schemas.openxmlformats.org/officeDocument/2006/relationships/notesSlide" Target="/ppt/notesSlides/notesSlide11.xml" Id="Rdbaae8d19ac943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1b924b84a435c" /><Relationship Type="http://schemas.openxmlformats.org/officeDocument/2006/relationships/notesSlide" Target="/ppt/notesSlides/notesSlide12.xml" Id="R5eecd441c7ed41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13b6a030e4ac4" /><Relationship Type="http://schemas.openxmlformats.org/officeDocument/2006/relationships/notesSlide" Target="/ppt/notesSlides/notesSlide13.xml" Id="R3fdac92552304c4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4a9614fac4670" /><Relationship Type="http://schemas.openxmlformats.org/officeDocument/2006/relationships/notesSlide" Target="/ppt/notesSlides/notesSlide14.xml" Id="Re7fb523444d4479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d26213b914d3b" /><Relationship Type="http://schemas.openxmlformats.org/officeDocument/2006/relationships/notesSlide" Target="/ppt/notesSlides/notesSlide15.xml" Id="Rf84ebe5871834a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cf68b0ee34eb4" /><Relationship Type="http://schemas.openxmlformats.org/officeDocument/2006/relationships/notesSlide" Target="/ppt/notesSlides/notesSlide16.xml" Id="R26c57f9be2774e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b7897de6a40d1" /><Relationship Type="http://schemas.openxmlformats.org/officeDocument/2006/relationships/notesSlide" Target="/ppt/notesSlides/notesSlide17.xml" Id="Re3bdb9b4cac84b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f91802ef9473f" /><Relationship Type="http://schemas.openxmlformats.org/officeDocument/2006/relationships/notesSlide" Target="/ppt/notesSlides/notesSlide18.xml" Id="Rff4b4fad62404ed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1cbd076264690" /><Relationship Type="http://schemas.openxmlformats.org/officeDocument/2006/relationships/notesSlide" Target="/ppt/notesSlides/notesSlide19.xml" Id="Rb505b7da7a30439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05cd63d264a78" /><Relationship Type="http://schemas.openxmlformats.org/officeDocument/2006/relationships/notesSlide" Target="/ppt/notesSlides/notesSlide20.xml" Id="Rd4cdbc804dc946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77ade9d0442ff" /><Relationship Type="http://schemas.openxmlformats.org/officeDocument/2006/relationships/notesSlide" Target="/ppt/notesSlides/notesSlide21.xml" Id="Reabb674425ce43d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eca4ae2574364" /><Relationship Type="http://schemas.openxmlformats.org/officeDocument/2006/relationships/notesSlide" Target="/ppt/notesSlides/notesSlide22.xml" Id="R74bb9be9fe9d4b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8adf9c3744105" /><Relationship Type="http://schemas.openxmlformats.org/officeDocument/2006/relationships/notesSlide" Target="/ppt/notesSlides/notesSlide23.xml" Id="R68659198316f457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e0d1c6fda4d9e" /><Relationship Type="http://schemas.openxmlformats.org/officeDocument/2006/relationships/notesSlide" Target="/ppt/notesSlides/notesSlide24.xml" Id="R03892d5e9c80455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6e79dbcd04f9f" /><Relationship Type="http://schemas.openxmlformats.org/officeDocument/2006/relationships/notesSlide" Target="/ppt/notesSlides/notesSlide25.xml" Id="R8419a3a8b1f94aa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3247452e84975" /><Relationship Type="http://schemas.openxmlformats.org/officeDocument/2006/relationships/notesSlide" Target="/ppt/notesSlides/notesSlide26.xml" Id="Rf3b8c9940b9246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be5ca9b824329" /><Relationship Type="http://schemas.openxmlformats.org/officeDocument/2006/relationships/notesSlide" Target="/ppt/notesSlides/notesSlide27.xml" Id="R348606559e404e4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cb0281b5041b3" /><Relationship Type="http://schemas.openxmlformats.org/officeDocument/2006/relationships/notesSlide" Target="/ppt/notesSlides/notesSlide28.xml" Id="R54cbe682fa83488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7679efa6a417d" /><Relationship Type="http://schemas.openxmlformats.org/officeDocument/2006/relationships/notesSlide" Target="/ppt/notesSlides/notesSlide29.xml" Id="R2bbb406a571c46f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7132e43d64671" /><Relationship Type="http://schemas.openxmlformats.org/officeDocument/2006/relationships/notesSlide" Target="/ppt/notesSlides/notesSlide30.xml" Id="R967505f7886047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DA103-3946-4A3D-9C57-7534F920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ΔΙΚΤΥΑ ΚΑΙ ΕΠΙΚΟΙΝΩΝΙΑ ΟΧΗΜΑΤΩΝ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8F8C2-C2B6-494D-AD9F-577AD078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ΜΑΘΗΜΑ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F9073-4FBE-4CD2-B7C8-BC2189C9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Εισαγωγή στα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δίκτυα οχημάτων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C6265-F8E3-4BB6-98EB-CA9CCDFF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6D3E3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C6D3E3"/>
                </a:solidFill>
                <a:latin typeface="DejaVu Sans"/>
                <a:ea typeface="DejaVu Sans"/>
                <a:cs typeface="DejaVu Sans"/>
              </a:rPr>
              <a:t>90΄ θεωρία  ·  Γ΄ εξάμηνο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FFC01-CFAD-4A06-9C0F-2354CD5F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2190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43373-9160-48A8-86CF-A4556755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006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ΑΙΣΘΗΤΗΡΑΣ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4C8A9-DA31-40EC-9764-07E4667E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BCC9D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CC9D9"/>
                </a:solidFill>
                <a:latin typeface="DejaVu Sans"/>
                <a:ea typeface="DejaVu Sans"/>
                <a:cs typeface="DejaVu Sans"/>
              </a:rPr>
              <a:t>μετρά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BC657-BAD7-4D2E-B9B4-5F6A826D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286375"/>
            <a:ext cx="2190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EB4FA-4F35-4292-AB73-1954E815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4006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021C8-B416-48F5-ABA7-A1649953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753100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BCC9D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CC9D9"/>
                </a:solidFill>
                <a:latin typeface="DejaVu Sans"/>
                <a:ea typeface="DejaVu Sans"/>
                <a:cs typeface="DejaVu Sans"/>
              </a:rPr>
              <a:t>αποφασίζει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55E05-0CF0-4E16-9669-A4789497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86375"/>
            <a:ext cx="2190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86B21-85CE-42C2-9396-51C277C5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006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04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ΕΝΕΡΓΟΠΟΙΗΤΗΣ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26C2D-532E-47E7-A53F-A24C27A4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753100"/>
            <a:ext cx="1924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BCC9D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CC9D9"/>
                </a:solidFill>
                <a:latin typeface="DejaVu Sans"/>
                <a:ea typeface="DejaVu Sans"/>
                <a:cs typeface="DejaVu Sans"/>
              </a:rPr>
              <a:t>εκτελεί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38500" y="5686425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91375" y="5686425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686730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01D45-83EF-4FBE-95C0-AA02FB91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89B02-A4F7-4ADB-A830-2C36FC3D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Τι συμβαίνει όταν πατάμε το φρένο;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3CAB8-2324-43B7-8DB8-5643B933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06754-880B-4E40-935E-5F92529A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DFED9-91D1-45F9-977D-208DE8DF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C5A53-1DA2-408F-8A98-CB6F65BF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84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0">
                <a:solidFill>
                  <a:srgbClr val="DCE6F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6F2"/>
                </a:solidFill>
                <a:latin typeface="DejaVu Sans"/>
                <a:ea typeface="DejaVu Sans"/>
                <a:cs typeface="DejaVu Sans"/>
              </a:rPr>
              <a:t>Μία ενέργεια του οδηγού ενεργοποιεί ανταλλαγή πληροφοριών ανάμεσα σε πολλές μονάδες.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C5332-52E5-4047-B8DF-0F9F66B5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2286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0345D-B674-48F2-BAA8-87602957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24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ΠΕΝΤΑΛ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E7747-8D07-4F4B-82A0-BA26C1B7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019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αίτημα οδηγού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C3E2B-60F1-4383-A2B2-598FC418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2286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16E11-CCED-4771-A80B-E8867003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24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ABS / ESP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26F698-3741-4AB8-B5EC-9CB6997C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76600"/>
            <a:ext cx="2019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εκτιμά ολίσθηση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CC2C0-C4D8-44CF-889E-6D2DD263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2286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4E0EDA-6966-450A-A4C5-91B1E9E1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24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ΚΙΝΗΤΗΡΑ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69904-A7D4-4040-A986-37951E82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2019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προσαρμόζει ροπή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E269D-C7BE-4685-B7E8-01121100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22860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52BFD-18C3-4E09-9513-A5E920DD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24175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ΟΡΓΑΝΑ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E0620-B1AA-45E2-AD40-2F5941D0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76600"/>
            <a:ext cx="20193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ενημερώνουν οδηγό</a:t>
            </a:r>
          </a:p>
        </p:txBody>
      </p: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52750" y="3333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10250" y="3333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667750" y="3333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8126FF-F4CC-493A-A1CA-866146F8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90AB6-1B48-49EE-82A0-02345B61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95825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ΕΡΩΤΗΣΗ ΕΚΚΙΝΗΣΗΣ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792B4-FF9C-41F6-9BA0-95F45B5B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89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Πώς γνωρίζει η ECU του κινητήρα τι συμβαίνει στους τροχούς;</a:t>
            </a:r>
          </a:p>
        </p:txBody>
      </p:sp>
    </p:spTree>
    <p:extLst>
      <p:ext uri="{BB962C8B-B14F-4D97-AF65-F5344CB8AC3E}">
        <p14:creationId xmlns:p14="http://schemas.microsoft.com/office/powerpoint/2010/main" val="6266387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6D47C4-3A9B-4045-AC96-516E4929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30EBE-31A7-44B4-AF84-E5C882D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Η πληροφορία κινείται σε διαδοχικά βήματα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C2A50-7D1B-47BE-9882-25BC9F01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B81CE-CAB5-4058-9268-810205EB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4369B-3B32-401B-AF36-BC12CAD6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BE6D6-2B21-401A-A8FE-7DD2D3E2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286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30D36-4097-4959-9DFF-C244C675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5E8"/>
          </a:solidFill>
          <a:ln xmlns:a="http://schemas.openxmlformats.org/drawingml/2006/main" w="0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CCC46-2031-425C-9A43-4BC7656B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24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BB743-E39D-4E95-8D68-ECCF11C2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ΜΕΤΡΗΣΗ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D1A1B-3A64-43A8-A15E-BC4FF658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αισθητήρες τροχών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79D37-5594-470A-817C-9FD7DC8E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286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69AA3-58DB-4924-9064-63C01A90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2BCAA-4690-40AA-9031-5E5CD25F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24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77C12-FE0B-4026-B43A-4CC501D9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ΑΝΑΛΥΣΗ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597AB-B6FF-489A-AC92-09838457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90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μονάδα ABS / ESP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769EF-2385-40CB-B911-95E29308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286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1A2D4-6752-4AC4-BA81-A166DB2A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9550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68D8"/>
          </a:solidFill>
          <a:ln xmlns:a="http://schemas.openxmlformats.org/drawingml/2006/main" w="0">
            <a:solidFill>
              <a:srgbClr val="806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D82C4-5A97-4017-AB7F-5226DDE0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24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3401D-DFDD-4E8C-BDFD-18B953C6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ΜΗΝΥΜΑ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DC041-34C1-4256-8F00-FF56172E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προς άλλες ECU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E63DE-B01F-43FB-BB43-07B74438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286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29A6B-1620-481E-B2D9-E7E11592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95500"/>
            <a:ext cx="609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E68"/>
          </a:solidFill>
          <a:ln xmlns:a="http://schemas.openxmlformats.org/drawingml/2006/main" w="0">
            <a:solidFill>
              <a:srgbClr val="22AE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3182B-1C6A-4B76-A03C-5251437F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240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A6809-9759-4E88-9C17-197277D7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ΕΝΕΡΓΕΙΑ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FF7E6-BDAE-4D27-A937-0E8805BA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πέδηση και ένδειξη</a:t>
            </a:r>
          </a:p>
        </p:txBody>
      </p:sp>
      <p:cxnSp>
        <p:nvCxnSpPr>
          <p:cNvPr id="55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52750" y="3238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810250" y="3238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67750" y="32385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F89353-01C3-4C14-8795-7F5CE4FF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07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Το δίκτυο είναι η κοινή υποδομή που επιτρέπει αυτή τη συνεργασία.</a:t>
            </a:r>
          </a:p>
        </p:txBody>
      </p:sp>
    </p:spTree>
    <p:extLst>
      <p:ext uri="{BB962C8B-B14F-4D97-AF65-F5344CB8AC3E}">
        <p14:creationId xmlns:p14="http://schemas.microsoft.com/office/powerpoint/2010/main" val="615373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CB9C0-EDBE-4202-8443-B07021C1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4BA4F-1B7A-4969-ACBC-E528BAEB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Μαθησιακοί στόχοι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B8E95-78FA-4489-ABA0-3A8AFF36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2BEB5-0B7F-4021-A64D-E39AA235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27C93-ABD0-46BD-9385-50E47223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8DDCA-8FD4-477D-B24F-42748B2D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Στο τέλος της ενότητας θα μπορείτε να: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C7E81-A2AD-426D-97FA-5597293B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990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300"/>
              </a:spcAft>
              <a:buNone/>
              <a:def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εξηγείτε γιατί τα σύγχρονα οχήματα χρειάζονται δίκτυα επικοινωνίας</a:t>
            </a:r>
          </a:p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300"/>
              </a:spcAft>
              <a:buNone/>
              <a:def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διακρίνετε αισθητήρα, ECU και ενεργοποιητή</a:t>
            </a:r>
          </a:p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300"/>
              </a:spcAft>
              <a:buNone/>
              <a:def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περιγράφετε τη διαδρομή μιας πληροφορίας μέσα στο όχημα</a:t>
            </a:r>
          </a:p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300"/>
              </a:spcAft>
              <a:buNone/>
              <a:def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αναγνωρίζετε τον βασικό ρόλο J1850, PCI, I²C και CAN</a:t>
            </a:r>
          </a:p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300"/>
              </a:spcAft>
              <a:buNone/>
              <a:def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95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ακολουθείτε μια αρχική λογική ελέγχου όταν χάνεται η επικοινωνία</a:t>
            </a:r>
          </a:p>
        </p:txBody>
      </p:sp>
    </p:spTree>
    <p:extLst>
      <p:ext uri="{BB962C8B-B14F-4D97-AF65-F5344CB8AC3E}">
        <p14:creationId xmlns:p14="http://schemas.microsoft.com/office/powerpoint/2010/main" val="1844754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A3463B-009A-4CFD-BE21-9C0C475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6B96E-8359-4BB5-AAB4-E20E6596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Από τις ξεχωριστές γραμμές στο κοινό δίκτυο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1F83D-3D70-4F39-B7E0-CC31FE39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AD539-C4FD-4B25-AE61-3C32C514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BFE71-4D21-4DD1-8ABF-09814A8E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E1D37-36B5-416E-B10F-8A0D221C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954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D94E52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D94E52"/>
                </a:solidFill>
                <a:latin typeface="DejaVu Sans"/>
                <a:ea typeface="DejaVu Sans"/>
                <a:cs typeface="DejaVu Sans"/>
              </a:rPr>
              <a:t>Παλαιότερη λογική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FD0AA-1CCA-4AE6-816B-05094A7E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954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22AE6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2AE68"/>
                </a:solidFill>
                <a:latin typeface="DejaVu Sans"/>
                <a:ea typeface="DejaVu Sans"/>
                <a:cs typeface="DejaVu Sans"/>
              </a:rPr>
              <a:t>Δικτυωμένη λογική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2D178-7D0C-41A5-9C0E-CA9DA50D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4E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CFE51-4FAC-4AE6-A353-6C087C69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ΔΙΑΚΟΠΤΗΣ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26FF0-14DA-455F-90CC-F1EFF647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619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4E5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2A70D-1C4F-42AD-B82B-8AB32E2B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9555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ΜΟΝΑΔΑ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5190C-4C99-41FF-8A60-876C4967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38625"/>
            <a:ext cx="16192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4E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2259F-3032-4473-A1D1-B297B5C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3529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ΛΥΧΝΙΑ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D2204-BEF6-4067-BB2D-679A19C1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051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E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19B74-51FF-47EE-9A77-5E07D860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E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D35D2-1054-424B-9DCB-B31AC85D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E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84034-4473-4B8B-86BF-379BE8AF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E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9560E-9DE7-44EC-8A53-C333902A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289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E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6C037-8EE9-41CD-98BF-4A2A7390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E5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956F4-4116-47A6-9CCB-B31567D7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67125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20C5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A8BF10-463F-4FD4-A927-874C6846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333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F098B-0E27-43F3-A6CA-5BF2E3F7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9555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9FE6D-E4C9-44AA-A281-2D7AEBE4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8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C5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368E73-8AD1-4628-9049-938DD8C1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1333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EFC17-07D7-45B5-9147-BF15B4DB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9555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24C796-7B0B-4165-B448-90DF6B9B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002A64-BD18-4874-936A-F9423888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81250"/>
            <a:ext cx="1333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50B8F-67CF-40A4-A619-66D071AB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49555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9A6EED-918C-4011-825D-6996F55B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028950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AE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D3920C-7672-42EA-AA09-4E53B7F7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863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Πολλές ειδικές συνδέσεις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51DBE7-41DF-49DE-8883-9CA957B8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28637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Μία κοινή γραμμή, πολλά μηνύματα</a:t>
            </a:r>
          </a:p>
        </p:txBody>
      </p:sp>
    </p:spTree>
    <p:extLst>
      <p:ext uri="{BB962C8B-B14F-4D97-AF65-F5344CB8AC3E}">
        <p14:creationId xmlns:p14="http://schemas.microsoft.com/office/powerpoint/2010/main" val="1939066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70F1F-0BBB-4933-98EC-74D25E87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77E60-C1FF-44F6-88A1-AF2303F1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Γιατί δεν αρκεί η ξεχωριστή καλωδίωση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6905D-156C-420E-8D7B-B5DEF321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9E9A6D-78C1-4260-B80C-4EDB543F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081BE-CBC7-4168-9896-15644C47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B78B5-81C6-4E58-BB0F-6445CA2A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9530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FD110-87F0-4BFF-9732-E485E638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288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ΒΑΡΟΣ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02398-7681-4BFD-8707-D3E4081C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050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περισσότερα καλώδια και συνδέσεις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B87B4-5B36-43D0-9C38-1DBBC5A2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9530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BD7D6-3DD8-469B-A29E-2EB1A71D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288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ΠΟΛΥΠΛΟΚΟΤΗΤΑ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72440-1C21-4481-87F5-746BD03F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δυσκολότερη σχεδίαση και επισκευή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A4D61-721E-4A57-A986-B00FFE5D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80C077-884C-4ED3-8DBF-49C166F2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8068D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068D8"/>
                </a:solidFill>
                <a:latin typeface="DejaVu Sans"/>
                <a:ea typeface="DejaVu Sans"/>
                <a:cs typeface="DejaVu Sans"/>
              </a:rPr>
              <a:t>ΚΟΙΝΗ ΜΕΤΡΗΣΗ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31F96-692C-4649-B727-C990F3BE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5295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ίδιος αισθητήρας για πολλά συστήματα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D7347-42A4-4D6E-A34C-1D9BD0C3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49530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115E9-D200-4B59-9BD7-A6540570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67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2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22AE6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2AE68"/>
                </a:solidFill>
                <a:latin typeface="DejaVu Sans"/>
                <a:ea typeface="DejaVu Sans"/>
                <a:cs typeface="DejaVu Sans"/>
              </a:rPr>
              <a:t>ΝΕΕΣ ΛΕΙΤΟΥΡΓΙΕΣ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AAD44-1ED1-4F55-BF1E-D975F977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περισσότερες ανάγκες επικοινωνίας</a:t>
            </a:r>
          </a:p>
        </p:txBody>
      </p:sp>
    </p:spTree>
    <p:extLst>
      <p:ext uri="{BB962C8B-B14F-4D97-AF65-F5344CB8AC3E}">
        <p14:creationId xmlns:p14="http://schemas.microsoft.com/office/powerpoint/2010/main" val="262616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91A17-011C-40F9-A6BB-1376DA14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CBFB5-AD73-4C82-ADDB-6B1AF6EB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Κοινός δίαυλος: μία υποδομή, πολλές μονάδες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07E9A-D69A-4C5C-8552-95EE8651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4F4BD-3D40-4639-8F8F-EB2D7722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A2C4A-FF4B-4488-8090-D190DF39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A2B7E-F985-4CEB-B3C5-2F52730C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855F3-2443-421D-972B-0AE7799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905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23B28-640C-4FA2-8FB8-DBB58032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621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ΚΙΝΗΤΗΡΑΣ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7481F-482C-422C-B9DF-1F4F0CCF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ECU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76236-8943-4D17-8A6B-4A960A13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C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83EE2-F405-43E2-894D-0B781136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47875"/>
            <a:ext cx="1905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508C9-7905-4C74-AD61-563404E7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621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ABS / ESP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97829-75CF-4D86-8653-052777FF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1460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ECU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8CA6C-2818-46B7-A13E-1CD4D2DB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32FEB-9866-4602-9534-84FF77CE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47875"/>
            <a:ext cx="1905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4E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51EACE-6B98-49B4-B44E-B6778FB1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621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ΑΕΡΟΣΑΚΟΙ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78B14-DF68-4B42-9870-C3FFEA9E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1460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ECU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E5889-5EF9-45C4-82AC-9922BF6D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4E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BDBC58-DD32-4474-BB98-9B212411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47875"/>
            <a:ext cx="1905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73D88-3E35-454F-B46D-3898E57A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621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ΟΡΓΑΝΑ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BA4593-1A86-414B-B0B3-C285FE4B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ECU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F41FD-1196-4742-B279-E5C8C40E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4322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AE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3472C-3601-4E36-A9B4-2FE09494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47875"/>
            <a:ext cx="19050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8CDBE-9881-43DF-990A-84FBEA58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6217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ΑΝΕΣΗ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BA4F9-DC6B-4BBA-83DF-56D7E98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4600"/>
            <a:ext cx="1638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ECU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769B9-BFD3-4E93-91FE-86D02573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43225"/>
            <a:ext cx="0" cy="676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6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F4E756-99ED-4B8A-A963-71EC3D94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8FC"/>
          </a:solidFill>
          <a:ln xmlns:a="http://schemas.openxmlformats.org/drawingml/2006/main" w="0">
            <a:solidFill>
              <a:srgbClr val="DFF8F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8D6E7E-0136-4AFF-BADE-FBF81FAF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33825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ΚΟΙΝΟΣ ΔΙΑΥΛΟΣ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AE2FEC-E96C-4E80-874E-9A045D5C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40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Κάθε μονάδα ακούει το δίκτυο και χρησιμοποιεί μόνο τα μηνύματα που χρειάζεται.</a:t>
            </a:r>
          </a:p>
        </p:txBody>
      </p:sp>
    </p:spTree>
    <p:extLst>
      <p:ext uri="{BB962C8B-B14F-4D97-AF65-F5344CB8AC3E}">
        <p14:creationId xmlns:p14="http://schemas.microsoft.com/office/powerpoint/2010/main" val="244733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5C10A-44B4-4180-BB67-1E6DA53E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DF4F8-0A2A-4A0F-9550-22E5194F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Τι είναι δίκτυο οχήματος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3B717-C1D2-4DD2-9D22-1D78C395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B5C6A-B4A0-4104-BD09-0CA1DF01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F6BDB-91A8-4FE2-93C0-7EAF1ABE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E14E4-2022-4935-9CE2-7D3C299F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04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Σύστημα που επιτρέπει στις ηλεκτρονικές μονάδες να ανταλλάσσουν δεδομένα με κοινά συμφωνημένους κανόνες.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5ED32-8055-4464-851F-7F2FAAE3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2667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A6E3A-C78B-4C51-9C03-A4CE781C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433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ΜΕΣΟ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605B0-CB35-4E0C-8DCB-CA28E429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95725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φυσική σύνδεση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447A3-BEC1-4141-A441-C8FC91B0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667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659D5-FBC6-4039-B177-EA9F4899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433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ΜΗΝΥΜΑ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0C53D-37FE-4D4A-A0B8-78A543B5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95725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οργανωμένα δεδομένα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B229D-6157-48FD-B136-B83FE67F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29000"/>
            <a:ext cx="2667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25ED8-BFC7-440D-B413-5D093466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54330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ΠΡΩΤΟΚΟΛΛΟ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CF0AE-C5EA-4905-8632-CFD68BF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95725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κανόνες επικοινωνίας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5416A6-AC0E-488A-993F-9B5D505E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Δίκτυο = μέσο + μήνυμα + πρωτόκολλο</a:t>
            </a:r>
          </a:p>
        </p:txBody>
      </p:sp>
    </p:spTree>
    <p:extLst>
      <p:ext uri="{BB962C8B-B14F-4D97-AF65-F5344CB8AC3E}">
        <p14:creationId xmlns:p14="http://schemas.microsoft.com/office/powerpoint/2010/main" val="1582735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75401-F59F-486E-995F-9BD1B136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BFC2F-404A-41B6-AF9D-803AE54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Η βασική αλυσίδα λειτουργίας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8DF42-A658-4BFF-8270-13C2C2D0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F431F-3ECD-4FDA-B7D4-F5E2ED2C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3251B-0630-47C4-8956-E8D5AC30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792C1-7862-43AA-86D4-E1C2753C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85750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A4B7A-0361-4154-A39D-4CA6D985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4792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ΑΙΣΘΗΤΗΡΑΣ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CB22F-88C6-46B4-ABDB-70A777BE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00350"/>
            <a:ext cx="259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μετρά μια φυσική κατάσταση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E3A7B3-FCA5-492C-9046-2F9D20B9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6FA2D-3515-4257-AD36-C4112E5D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4792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82AFC-7F2B-4FF6-B481-00B076B7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259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επεξεργάζεται και αποφασίζει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24DA69-3BB9-4BC1-A2D1-53256B45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33625"/>
            <a:ext cx="285750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4F4F4-1727-4E30-94FD-E9C18F6F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47925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ΕΝΕΡΓΟΠΟΙΗΤΗΣ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1D975B-7F8D-466F-A929-176EF81A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00350"/>
            <a:ext cx="2590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μετατρέπει την εντολή σε δράση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571875" y="31194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24750" y="31194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B4AD7-3F9E-459A-A821-AB71BDFF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Πληροφορία εισόδου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C93D01-6861-4C98-84E3-F0BEDB6A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Λογική ελέγχου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DD7B3-CF27-4FA1-B146-C7017EC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291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2AE6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E68"/>
                </a:solidFill>
                <a:latin typeface="DejaVu Sans"/>
                <a:ea typeface="DejaVu Sans"/>
                <a:cs typeface="DejaVu Sans"/>
              </a:rPr>
              <a:t>Φυσικό αποτέλεσμα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E326A-6E53-4EB3-9F7B-5CB5A41A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863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190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Η επικοινωνία συνδέει τα τρία μέρη σε ένα λειτουργικό σύστημα.</a:t>
            </a:r>
          </a:p>
        </p:txBody>
      </p:sp>
    </p:spTree>
    <p:extLst>
      <p:ext uri="{BB962C8B-B14F-4D97-AF65-F5344CB8AC3E}">
        <p14:creationId xmlns:p14="http://schemas.microsoft.com/office/powerpoint/2010/main" val="20094039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D49AC-BA3C-4629-853B-21B3F9AA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52063-197B-4B57-AF18-0C33BED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691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Αισθητήρας: από φυσικό μέγεθος σε πληροφορία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B00B6-FA4D-4966-A4DA-072D9B2B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10110-2D9F-40B5-87FD-34F07BE4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6A4C4-1E3D-4ED9-ADD9-4DF5788B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E8059-ED1A-450A-AB16-117F662A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4476750" cy="3810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7EE0C-F218-4B38-8526-CD168B54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ΕΙΣΟΔΟΣ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3E19D-56E8-4B4A-B69B-27E9D04A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952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Θερμοκρασία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Πίεση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Θέση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Ταχύτητα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1BEC7-CD4B-49BB-AF3D-92F0A7D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ΦΥΣΙΚΟ ΜΕΓΕΘΟΣ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25205-D131-4B27-90A1-B0D8509C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5191125" cy="3810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2D4B6-BC7C-46B8-8998-6DD4A884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19526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5E8"/>
          </a:solidFill>
          <a:ln xmlns:a="http://schemas.openxmlformats.org/drawingml/2006/main" w="0">
            <a:solidFill>
              <a:srgbClr val="20C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45B13-D2E2-4BC4-A25D-3612F161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28825"/>
            <a:ext cx="1800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ΜΕΤΑΤΡΟΠΗ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161E0-70E3-464A-9D61-A105481F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4048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548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Ο αισθητήρας παράγει ηλεκτρικό σήμα που μπορεί να διαβαστεί από την ECU.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E583B-DC11-4AF1-A727-B0042684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96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BFCDE0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FCDE0"/>
                </a:solidFill>
                <a:latin typeface="DejaVu Sans"/>
                <a:ea typeface="DejaVu Sans"/>
                <a:cs typeface="DejaVu Sans"/>
              </a:rPr>
              <a:t>αναλογικό σήμα  ·  ψηφιακό σήμα  ·  μήνυμα δικτύου</a:t>
            </a:r>
          </a:p>
        </p:txBody>
      </p:sp>
    </p:spTree>
    <p:extLst>
      <p:ext uri="{BB962C8B-B14F-4D97-AF65-F5344CB8AC3E}">
        <p14:creationId xmlns:p14="http://schemas.microsoft.com/office/powerpoint/2010/main" val="1131135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0CD58-AFD7-4D59-9BA5-8AD4B2AC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6726B-B382-437C-8F12-D1A0C40B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ECU: επεξεργασία, απόφαση, επικοινωνία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C5398-D26C-457D-9FC5-F3C5C49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A671C-EF83-4163-A390-01FDF08B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E42C3-E2F6-4F44-82F7-6224EA63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96517-68C1-4C9A-8650-C36F486E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25717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50635-7CCA-4863-8B19-B94D3928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2892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ΕΙΣΟΔΟΙ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1BEE9-BD7E-4465-B6EE-F909BBA8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305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αισθητήρες και μηνύματα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E913C-3EDD-47A9-A11E-30731117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86000"/>
            <a:ext cx="2571750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DA880-FCB8-4869-84E9-0D3DB853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24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ECU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99E7C-1BB1-4934-9723-DBED8B16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25717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90CAE-40CF-48DB-9C05-17B09FCA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28925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ΕΞΟΔΟΙ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FEA89-F2FE-492A-8390-7602228E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305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εντολές και νέα μηνύματα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33575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81875" y="3357563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0A010-4153-4C76-B9EE-18833CF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48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1  Διαβάζει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F94FD-8738-4479-81A8-4797D446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29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2  Συγκρίνει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9D9F9-C2EE-435C-A8D1-C7662A0C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10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22AE6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2AE68"/>
                </a:solidFill>
                <a:latin typeface="DejaVu Sans"/>
                <a:ea typeface="DejaVu Sans"/>
                <a:cs typeface="DejaVu Sans"/>
              </a:rPr>
              <a:t>3  Αποφασίζει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DCFB5-6220-41BF-B9FB-63ACDCCE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911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11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Η ECU δεν λειτουργεί απομονωμένα: λαμβάνει και στέλνει πληροφορίες στο δίκτυο.</a:t>
            </a:r>
          </a:p>
        </p:txBody>
      </p:sp>
    </p:spTree>
    <p:extLst>
      <p:ext uri="{BB962C8B-B14F-4D97-AF65-F5344CB8AC3E}">
        <p14:creationId xmlns:p14="http://schemas.microsoft.com/office/powerpoint/2010/main" val="6530537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4F9269-4678-486B-9A7A-82D0F39A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971F2-F4AF-40CB-A92D-9FB3B823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Ενεργοποιητής: η εντολή γίνεται πράξη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F6D1B-4E73-4336-A71A-CEA94EF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FEB86-853F-495F-ACC2-F7B22779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EAB05-ECA1-4158-B54E-B73D6849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1BDF2-0187-4DEF-9A07-4B34B96D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7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Η ECU στέλνει εντολή. Ο ενεργοποιητής αλλάζει τη φυσική κατάσταση του συστήματος.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F4647-DA2B-4CFF-9B69-FBC2E661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5B9EF-6910-45D8-80D4-0682CB5D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480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ΜΠΕΚ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2E473-0D31-481C-B74C-1428E2C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ποσότητα καυσίμου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8817B-D1A5-4187-B667-8C1A75EA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5FD76-D5B5-4BAB-8C42-9CD2E7F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480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ΑΝΕΜΙΣΤΗΡΑΣ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167A2-DBA6-4BC4-A01B-5856CBF2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57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ροή αέρα ψύξης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41246-219B-4FA4-AF96-281BE287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214F6-124E-4337-BD9F-ED0E2A59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480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ΒΑΛΒΙΔΑ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8EB38-D28F-490C-83A0-3A89C47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57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ροή ή πίεση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D9D8D-DD3A-4BF7-8382-630DD901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3812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0E5CC-CEE4-42DB-AA3C-11E9C955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048000"/>
            <a:ext cx="2038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ΗΛΕΚΤΡΙΚΟ ΜΟΤΕΡ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810806-4CCC-4F5B-8F1C-D95BBE97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57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θέση ή κίνηση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F78B5-BD6A-4D1A-8EBC-5265F971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86375"/>
            <a:ext cx="4000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6EC"/>
          </a:solidFill>
          <a:ln xmlns:a="http://schemas.openxmlformats.org/drawingml/2006/main" w="0">
            <a:solidFill>
              <a:srgbClr val="E2F6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455AD-A0BF-4D3D-9593-AADE23AA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14950"/>
            <a:ext cx="3848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ΕΝΤΟΛΗ → ΕΝΕΡΓΕΙΑ</a:t>
            </a:r>
          </a:p>
        </p:txBody>
      </p:sp>
    </p:spTree>
    <p:extLst>
      <p:ext uri="{BB962C8B-B14F-4D97-AF65-F5344CB8AC3E}">
        <p14:creationId xmlns:p14="http://schemas.microsoft.com/office/powerpoint/2010/main" val="1687283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1838E-7969-4688-B7B8-1D807009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D4151-80FF-45C7-81CF-1F3C3490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Παράδειγμα: έλεγχος θερμοκρασίας ψυκτικού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E950D-5A9D-4C72-83FA-FED31F7F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1B524-B933-439C-936C-83C882C8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6B5F9-FFC4-46D2-B00E-E2F3ADF8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CFE4E-9BD2-4B7F-A4CE-95C46BA5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24000"/>
            <a:ext cx="3524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solidFill>
              <a:srgbClr val="FCE7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21F0E-2139-47C9-B9B8-901F48E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55257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D94E5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D94E52"/>
                </a:solidFill>
                <a:latin typeface="DejaVu Sans"/>
                <a:ea typeface="DejaVu Sans"/>
                <a:cs typeface="DejaVu Sans"/>
              </a:rPr>
              <a:t>ΣΥΝΘΗΚΗ: 104 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27899-5D64-4970-A408-FACCE2EA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2476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3B04F-69CC-4A36-9D6D-4110D291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765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ΑΙΣΘΗΤΗΡΑΣ 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8EDAD-6FA6-4EF8-9796-D1980DD7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28975"/>
            <a:ext cx="220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μετρά 104 °C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980B0-136F-4597-AC3E-1EA6DBE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62250"/>
            <a:ext cx="2667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F80DD6-8ED0-4077-A5EB-CED7E957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876550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ΚΙΝΗΤΗΡΑ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7DD3B-F53D-4302-BF17-AC9EDED7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228975"/>
            <a:ext cx="2400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συγκρίνει με όρια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CC040-618D-405B-A06A-56CD5CF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857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4A6C6-D206-4E71-8AF9-9002E109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098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ΑΝΕΜΙΣΤΗΡΑΣ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F56A76-C280-4C67-8539-ECB3A05A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562225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λαμβάνει εντολή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2BB22-CF26-456D-9B67-B705CA85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857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DA49E-7107-43F6-8F1C-5DF69304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14800"/>
            <a:ext cx="262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ΠΙΝΑΚΑΣ ΟΡΓΑΝΩΝ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D7E4F-54B3-484C-9884-3332EBCF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467225"/>
            <a:ext cx="2590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εμφανίζει κατάσταση</a:t>
            </a:r>
          </a:p>
        </p:txBody>
      </p: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095625" y="3357563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429375" y="2690813"/>
            <a:ext cx="19050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429375" y="3357563"/>
            <a:ext cx="190500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4B288-8379-436A-B58D-65D483C2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03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Μία μέτρηση οδηγεί σε δύο διαφορετικές χρήσεις της ίδιας πληροφορίας.</a:t>
            </a:r>
          </a:p>
        </p:txBody>
      </p:sp>
    </p:spTree>
    <p:extLst>
      <p:ext uri="{BB962C8B-B14F-4D97-AF65-F5344CB8AC3E}">
        <p14:creationId xmlns:p14="http://schemas.microsoft.com/office/powerpoint/2010/main" val="3322536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EC97EB-7323-4D34-87E2-1280508E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0A492-BE4D-4433-8288-585039D7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Οι βασικές οικογένειες ηλεκτρονικών μονάδων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78979-5873-4525-BC74-2523C1F4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F2CD2A-8F6F-4AED-8B90-B6935B99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F722E-98CC-4B2C-B4ED-989547C1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5E715-F7B8-477E-96A4-FF1D5A16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2047875" cy="238125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10DC7-5AF9-4C82-B979-EE82A27E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71750"/>
            <a:ext cx="1743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ΚΙΝΗΣΗ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91143-6DA7-40B6-9ACD-0369CDD4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17049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κινητήρας · κιβώτιο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C340A-DF62-4B39-92CD-1B9EA95A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2047875" cy="238125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3E94C-9FCE-4AE8-B8CE-8F56921C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1743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ΠΛΑΙΣΙΟ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BB5552-0AE6-42A1-ABCE-EF80CE34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38500"/>
            <a:ext cx="17049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ABS · ESP · διεύθυνση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FB8F5-F3A2-4A55-9032-C544EBEC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90750"/>
            <a:ext cx="2047875" cy="238125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D94E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E90C1-0C83-4754-B227-C367282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71750"/>
            <a:ext cx="1743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D94E52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4E52"/>
                </a:solidFill>
                <a:latin typeface="DejaVu Sans"/>
                <a:ea typeface="DejaVu Sans"/>
                <a:cs typeface="DejaVu Sans"/>
              </a:rPr>
              <a:t>ΑΣΦΑΛΕΙΑ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4E94E-FD74-4FA9-9344-7FC4C194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38500"/>
            <a:ext cx="17049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αερόσακοι · 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F8DAC-2068-425B-813C-75F2A35E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2047875" cy="238125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8289E-574F-4244-8D42-B04C44A7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1743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22AE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2AE68"/>
                </a:solidFill>
                <a:latin typeface="DejaVu Sans"/>
                <a:ea typeface="DejaVu Sans"/>
                <a:cs typeface="DejaVu Sans"/>
              </a:rPr>
              <a:t>ΑΜΑΞΩΜΑ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C7841-B48A-4C13-8739-55729E70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17049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φώτα · κλειδαριές · HVAC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8FA72A-2B20-438F-B8FF-571F031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90750"/>
            <a:ext cx="2047875" cy="238125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494F1-616A-4845-AA68-CDF11967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571750"/>
            <a:ext cx="1743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8068D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068D8"/>
                </a:solidFill>
                <a:latin typeface="DejaVu Sans"/>
                <a:ea typeface="DejaVu Sans"/>
                <a:cs typeface="DejaVu Sans"/>
              </a:rPr>
              <a:t>ΠΛΗΡΟΦΟΡΙΑ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46913-D80F-4BB1-B894-48D54150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38500"/>
            <a:ext cx="17049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όργανα · πολυμέσα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B3C2A-CFB4-4584-A598-B6D70AFB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Οι ονομασίες διαφέρουν ανά κατασκευαστή· ο ρόλος τους παραμένει λειτουργικός και δικτυωμένος.</a:t>
            </a:r>
          </a:p>
        </p:txBody>
      </p:sp>
    </p:spTree>
    <p:extLst>
      <p:ext uri="{BB962C8B-B14F-4D97-AF65-F5344CB8AC3E}">
        <p14:creationId xmlns:p14="http://schemas.microsoft.com/office/powerpoint/2010/main" val="13989788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E9B36A-B184-454E-8FEF-552D3A1B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79DA5-6C41-4AF2-A941-52D26F20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Μία πληροφορία, πολλές χρήσεις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59D85-5DEE-4894-8086-3CDC9B91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6908D-2D1B-4697-A17E-C2313241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59A05-B981-43C3-A456-EC34EEFD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61D6B-3610-4633-989E-847967AC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3619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BB1D3-3E7B-4144-BD80-C6B34856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76425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ΤΑΧΥΤΗΤΑ ΟΧΗΜΑΤΟΣ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1F840-D7D0-4387-8C34-A20942E0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28850"/>
            <a:ext cx="335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BCC9D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CC9D9"/>
                </a:solidFill>
                <a:latin typeface="DejaVu Sans"/>
                <a:ea typeface="DejaVu Sans"/>
                <a:cs typeface="DejaVu Sans"/>
              </a:rPr>
              <a:t>υπολογίζεται από κατάλληλη μονάδα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BF458-18B4-4A4E-A59A-414C337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238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92C21-BF33-493F-BA3B-FDCDE9ED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ΟΡΓΑΝΑ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C98CB-0D9C-4FED-A3FD-51EF003B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1971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ένδειξη km/h</a:t>
            </a:r>
          </a:p>
        </p:txBody>
      </p:sp>
      <p:cxnSp>
        <p:nvCxnSpPr>
          <p:cNvPr id="38" name=""/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785938" y="2905125"/>
            <a:ext cx="4310063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2AE6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4F7C3B-37C4-4181-92E4-FD11907C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38625"/>
            <a:ext cx="2238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5E2DE-EABE-46B0-B6B9-23F1F999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3529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ΚΙΝΗΤΗΡΑ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6F9E9-1900-48E1-B1EB-88C860EA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705350"/>
            <a:ext cx="1971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έλεγχος λειτουργίας</a:t>
            </a:r>
          </a:p>
        </p:txBody>
      </p:sp>
      <p:cxnSp>
        <p:nvCxnSpPr>
          <p:cNvPr id="42" name=""/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310063" y="2905125"/>
            <a:ext cx="1785938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0C5E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4107B-19EE-4A0E-9AA3-0B7AE321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2238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B0B98-0039-46D0-90CB-4561CBA4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529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ABS / ESP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67A43E-DF6E-4E4C-A308-FFCBB6B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05350"/>
            <a:ext cx="1971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δυναμική οχήματος</a:t>
            </a:r>
          </a:p>
        </p:txBody>
      </p:sp>
      <p:cxnSp>
        <p:nvCxnSpPr>
          <p:cNvPr id="46" name=""/>
          <p:cNvCxnSpPr>
            <a:stCxn xmlns:a="http://schemas.openxmlformats.org/drawingml/2006/main" id="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096000" y="2905125"/>
            <a:ext cx="738188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FFB000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B20AF-BD7A-4CC1-AA72-59AC6BC7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238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F9BFD5-EC05-4AB5-A753-B823A3DE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529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ΥΠΟΒΟΗΘΗΣΗ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353E82-222E-452D-8065-441D735A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705350"/>
            <a:ext cx="19716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λειτουργίες άνεσης</a:t>
            </a:r>
          </a:p>
        </p:txBody>
      </p:sp>
      <p:cxnSp>
        <p:nvCxnSpPr>
          <p:cNvPr id="50" name=""/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6096000" y="2905125"/>
            <a:ext cx="3262313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8068D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B9C25B-0CE7-42DF-AB54-EA13FC69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8FC"/>
          </a:solidFill>
          <a:ln xmlns:a="http://schemas.openxmlformats.org/drawingml/2006/main" w="0">
            <a:solidFill>
              <a:srgbClr val="DFF8F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21BE5-7A3A-46BC-90E2-3DD19403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6707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ΚΟΙΝΟ ΔΕΔΟΜΕΝΟ</a:t>
            </a:r>
          </a:p>
        </p:txBody>
      </p:sp>
    </p:spTree>
    <p:extLst>
      <p:ext uri="{BB962C8B-B14F-4D97-AF65-F5344CB8AC3E}">
        <p14:creationId xmlns:p14="http://schemas.microsoft.com/office/powerpoint/2010/main" val="21020511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CC6B28-2B6A-4902-9F89-07889B98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9FEB9-D641-4EDF-849B-3C39EC0E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Τι είναι ένα μήνυμα δικτύου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7265E-3E18-488A-95B1-DA8A6A3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BAE83-B0F9-49BC-B0D8-D951215D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E7FF1-3B53-4BA1-9BC4-C62083E1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04DFF-4DF7-43CB-92CB-DD59B741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1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Μήνυμα είναι μια οργανωμένη μονάδα πληροφορίας που μεταδίδεται σύμφωνα με τους κανόνες του πρωτοκόλλου.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E4A86-BB6B-4E50-A9CC-59D65594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952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94160-15CF-4E2F-A995-D1611CB8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ΤΑΥΤΟΤΗΤΑ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2B2F0-9C65-49E7-8412-26E36D5A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95725"/>
            <a:ext cx="2686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τι είδους πληροφορία είναι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C7869-3F3F-4713-A378-187C30A8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952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55B75-27CA-4F6D-B6A8-48B3D726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5433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ΔΕΔΟΜΕΝΑ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B8A67-786B-421F-A56E-11DDBD0F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95725"/>
            <a:ext cx="2686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ποια τιμή μεταφέρεται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571CFC-9D88-4C3B-A858-10E48857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9527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C9C9A-4BCA-420D-8AC2-8CABDABA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ΕΛΕΓΧΟΣ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A3F55-88C7-44B2-B53B-639DED02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95725"/>
            <a:ext cx="26860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αν μεταδόθηκε σωστά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2C483-4E80-48BA-B434-51046816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2925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07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Οι ECU δεν στέλνουν “λέξεις”· στέλνουν κωδικοποιημένα δεδομένα.</a:t>
            </a:r>
          </a:p>
        </p:txBody>
      </p:sp>
    </p:spTree>
    <p:extLst>
      <p:ext uri="{BB962C8B-B14F-4D97-AF65-F5344CB8AC3E}">
        <p14:creationId xmlns:p14="http://schemas.microsoft.com/office/powerpoint/2010/main" val="13262283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0E510-98D3-4EE8-882D-DFCB6D1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9C7F6-2787-4DAF-9054-1BE2AE8C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Απλοποιημένη ανάγνωση ενός μηνύματος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07EA5-D131-4F7C-B3FE-B487071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87F79-8BCB-42A3-80F1-59284EE0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B2D0E-2D7F-4A67-90BF-8FB0CA94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4C5CD-8C04-4957-90EF-7D968E10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Διδακτικό παράδειγμα — όχι πλήρης αποκωδικοποίηση πλαισίου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7EB36-32C0-4578-A8A0-171A07D4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66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solidFill>
              <a:srgbClr val="0714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40AA3-A0CA-4A6C-87B7-98356FBD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9388C-6D1D-46B4-80D6-05291BF4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0x120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CFB37-56E3-4241-B90B-0ED0944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8068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8068D8"/>
                </a:solidFill>
                <a:latin typeface="DejaVu Sans"/>
                <a:ea typeface="DejaVu Sans"/>
                <a:cs typeface="DejaVu Sans"/>
              </a:rPr>
              <a:t>ΜΗΚΟΣ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70C4F-CBC1-4DB2-99F9-4967B89F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05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 byte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06CF53-71BE-469D-9A16-B9B847CF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28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ΔΕΔΟΜΕΝΑ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3880A-6E9A-4446-BDE5-09F6FD26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051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00 36 7A 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1435A-D51E-48DF-AAB8-722F71C8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22AE6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2AE68"/>
                </a:solidFill>
                <a:latin typeface="DejaVu Sans"/>
                <a:ea typeface="DejaVu Sans"/>
                <a:cs typeface="DejaVu Sans"/>
              </a:rPr>
              <a:t>ΕΡΜΗΝΕΙΑ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C33FD0-DA67-4E13-83E3-57E9F2BF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π.χ. 54 km/h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8D55E-7FB5-46D7-BE99-12DCCA05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31FB4-3A90-420B-BAEE-C16D8E4A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Αναγνωρίζω το μήνυμα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5310D-B980-455E-AD1B-5C740B64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00600"/>
            <a:ext cx="421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Το ID δηλώνει ποια πληροφορία μεταφέρεται.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F5745-9CCF-4B35-BBEE-D9DC1D36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CBCE9F-26D7-4249-A556-CFC4C5BD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767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Ερμηνεύω τα bytes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A15615-D591-409B-87F4-5E35E51B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1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Η σημασία τους ορίζεται από τη βάση δεδομένων του κατασκευαστή.</a:t>
            </a:r>
          </a:p>
        </p:txBody>
      </p:sp>
    </p:spTree>
    <p:extLst>
      <p:ext uri="{BB962C8B-B14F-4D97-AF65-F5344CB8AC3E}">
        <p14:creationId xmlns:p14="http://schemas.microsoft.com/office/powerpoint/2010/main" val="2724329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5CBB35-B758-4141-826E-7B77B30D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53065-3B7A-438F-81D0-F0A6BD48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Τρεις βασικές κατηγορίες πληροφορίας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90050-6DAB-45A1-A920-6F04F7A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9A043-F0F0-4C7C-A2CA-96E0C283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8439C-521A-4A7B-AF04-AAC25BBA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10B74-5242-4F9F-BC48-AB20553E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143250" cy="3238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FF8FC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20C9A-A65C-462D-B244-DABA2E7A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ΜΕΤΡΗΣΗ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B857F-347E-41A0-9AD5-4D263F5F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432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0C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9339B-8747-47E5-979F-09798BC4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θερμοκρασία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πίεση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ταχύτητα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70819-99A4-44BC-B745-ECE20BA1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52625"/>
            <a:ext cx="3143250" cy="3238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2C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0B19C-8CAE-44C7-93EF-60A867C2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ΕΝΤΟΛΗ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D394D-B89D-417B-BB82-EA6AB12A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282EB-E304-446E-B3C4-BFCA53F3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242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ενεργοποίηση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ρύθμιση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περιορισμός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64D79-491A-41C3-B98A-85432DA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3143250" cy="32385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2F6EC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4E803-8B54-4931-BBF6-44605857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3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ΚΑΤΑΣΤΑΣΗ / ΔΙΑΓΝΩΣΗ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832220-6EB2-492D-9452-FF7DB6F1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AE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E4718E-B184-4A07-A5FF-06C00A47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λειτουργία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σφάλμα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κωδικός βλάβης</a:t>
            </a:r>
          </a:p>
        </p:txBody>
      </p:sp>
    </p:spTree>
    <p:extLst>
      <p:ext uri="{BB962C8B-B14F-4D97-AF65-F5344CB8AC3E}">
        <p14:creationId xmlns:p14="http://schemas.microsoft.com/office/powerpoint/2010/main" val="16969293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812B9-33DB-4A8E-8E7F-479FD314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64EE8-7174-4E92-B912-3137D6E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Πρωτόκολλο: οι κοινά συμφωνημένοι κανόνες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E4FF9-F058-4286-A0D5-B086F711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04A24-2BC9-4BCA-9157-4C47C2BE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8A60D-F7CF-48C5-9A48-75C68F00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8FB3B-A4A8-4CF2-A64F-A8D0AAD0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240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Για να επικοινωνήσουν δύο μονάδες πρέπει να συμφωνούν σε: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C87A8-7827-47CF-8EF2-E31D4888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1430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1A08E-3E2A-4B93-ACE7-DA1D7E02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ΜΟΡΦΗ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C2D20-9B6F-4E43-ADD2-7198A82E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πώς είναι οργανωμένο το μήνυμα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C70E2-36D9-41E0-BC3E-402B6788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6230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2C9D8-D4D0-41F4-A7F5-6A051F4F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76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B000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B000"/>
                </a:solidFill>
                <a:latin typeface="DejaVu Sans"/>
                <a:ea typeface="DejaVu Sans"/>
                <a:cs typeface="DejaVu Sans"/>
              </a:rPr>
              <a:t>ΧΡΟΝΙΣΜΟ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77AF0-DD68-45A7-AFE0-E4ADC85B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πότε και με ποια ταχύτητα μεταδίδεται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56476-1D61-425F-BE91-43FE4DAC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1430">
            <a:solidFill>
              <a:srgbClr val="806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B5FCF-CEA2-41A4-8805-E9A00FA7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57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8068D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8068D8"/>
                </a:solidFill>
                <a:latin typeface="DejaVu Sans"/>
                <a:ea typeface="DejaVu Sans"/>
                <a:cs typeface="DejaVu Sans"/>
              </a:rPr>
              <a:t>ΠΡΟΤΕΡΑΙΟΤΗΤΑ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1AED8-6B80-4495-80DC-F70FA367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ποιο μήνυμα μεταδίδεται πρώτο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E387D-DC92-48A2-B1AE-470C1F9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9906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1430">
            <a:solidFill>
              <a:srgbClr val="22AE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C7F26-9E3B-48DC-961E-D2DE93A2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22AE6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2AE68"/>
                </a:solidFill>
                <a:latin typeface="DejaVu Sans"/>
                <a:ea typeface="DejaVu Sans"/>
                <a:cs typeface="DejaVu Sans"/>
              </a:rPr>
              <a:t>ΕΛΕΓΧΟ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68E90-EAFD-424E-B8EF-13C944F6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πώς αναγνωρίζονται τα σφάλματα</a:t>
            </a:r>
          </a:p>
        </p:txBody>
      </p:sp>
    </p:spTree>
    <p:extLst>
      <p:ext uri="{BB962C8B-B14F-4D97-AF65-F5344CB8AC3E}">
        <p14:creationId xmlns:p14="http://schemas.microsoft.com/office/powerpoint/2010/main" val="2846002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0BF53-331F-4532-AA21-2917BE1F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EA9F8-A760-42A7-BFD5-E5E82A8C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SAE J1850: παλαιότερη δικτύωση και διάγνωση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1E866-3A67-49B6-B97E-B4EBE4DE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33F40-2132-4263-BB9A-3A9DBBDE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D9063-6793-4C85-ABA8-DF4629C4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04ADC-4575-4132-B4F6-26D49C0C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619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0">
            <a:solidFill>
              <a:srgbClr val="FCE7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FA859-8384-436D-974F-E096E888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002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D94E5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D94E52"/>
                </a:solidFill>
                <a:latin typeface="DejaVu Sans"/>
                <a:ea typeface="DejaVu Sans"/>
                <a:cs typeface="DejaVu Sans"/>
              </a:rPr>
              <a:t>LEGACY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A4CAA-C1AC-49EC-9BD3-BA9C0B5C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000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Πρότυπο σειριακής επικοινωνίας που χρησιμοποιήθηκε ευρέως σε παλαιότερα οχήματα, κυρίως στη Βόρεια Αμερική.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517E5-847E-43B1-B6B7-6AFB53A6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143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F7829-05B0-494F-A094-D8D70F4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8290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VPW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DBB66-C1D5-49C2-8695-F243B60D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81475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μεταβλητό πλάτος παλμού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7C25E-E091-4CE5-8D91-76304ED2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143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5EB24-5817-4B86-8986-7B4A772D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PWM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9277A-6D70-40CC-99E9-18F254C3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81475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διαμόρφωση πλάτους παλμού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8D6C6-49D7-446F-865B-322D440D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14750"/>
            <a:ext cx="314325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45941-F2E5-4433-8E22-9D1F0D9A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29050"/>
            <a:ext cx="2914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OBD-II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A7CBA-D931-4609-9C68-51881587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81475"/>
            <a:ext cx="2876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σύνδεση με παλαιότερες εφαρμογές διάγνωσης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F471E8-0762-48AF-902D-D9EDF0BF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Σήμερα μας ενδιαφέρει κυρίως ως ιστορικό και διαγνωστικό πλαίσιο.</a:t>
            </a:r>
          </a:p>
        </p:txBody>
      </p:sp>
    </p:spTree>
    <p:extLst>
      <p:ext uri="{BB962C8B-B14F-4D97-AF65-F5344CB8AC3E}">
        <p14:creationId xmlns:p14="http://schemas.microsoft.com/office/powerpoint/2010/main" val="13304449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69F12-9BA3-4D73-AD04-DC52E81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925E6-F0A0-4BB4-BBB0-A097C10B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27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PCI Bus: κατασκευαστική λύση παλαιότερης γενιάς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7CBC3-B991-403B-AC44-7E88A2AD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E207B-4F22-4D1E-8D36-DACA5322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9A62A-857E-4E4A-90B8-DA5B3F3E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CE509-1674-40A4-8D29-8D6631D8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4762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EB4C5-359E-4D1E-AB9E-0A64EE91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600200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ΠΑΛΑΙΟΤΕΡΕΣ ΑΡΧΙΤΕΚΤΟΝΙΚΕΣ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9A7C1-675A-4233-A468-124951A4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33625"/>
            <a:ext cx="1000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76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Το PCI Bus συναντάται σε παλαιότερα οχήματα συγκεκριμένων κατασκευαστών και συνδέει μονάδες αμαξώματος και διάγνωσης.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BF294-AD7E-4218-BD7B-358057AD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2762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8DE2F-DE19-4FCA-8E78-A35C61AA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2100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ΕΦΑΡΜΟΓΗ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59F6F-7302-4C50-BDEF-8ADC2936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62475"/>
            <a:ext cx="2495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παλαιότερα οχήματα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F519B-3919-4BE9-9510-85FC6B2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762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38980-F1FB-4596-BE97-CCCDD1F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2100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ΧΡΗΣΗ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8DDAE-06E5-4A0D-A002-432DC587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562475"/>
            <a:ext cx="2495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αμάξωμα και διάγνωση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19927-6703-4BBD-A3AA-3751F4CF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95750"/>
            <a:ext cx="2762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E47F3-DAC7-4534-A9AA-4A7EC5F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ΣΗΜΕΡΑ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E8231-03E1-4905-9AD4-E55ABBFC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562475"/>
            <a:ext cx="2495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αναγνώριση σε επισκευές</a:t>
            </a:r>
          </a:p>
        </p:txBody>
      </p:sp>
    </p:spTree>
    <p:extLst>
      <p:ext uri="{BB962C8B-B14F-4D97-AF65-F5344CB8AC3E}">
        <p14:creationId xmlns:p14="http://schemas.microsoft.com/office/powerpoint/2010/main" val="15384135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05850-8162-4625-B6E9-64370CC7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438F6-57FF-4166-8066-43FF3823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I²C: επικοινωνία μικρής απόστασης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70E95-5CD1-4694-B865-1359F77A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97D38-FEE9-46F2-B6EF-959404E9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8F9DD-7E71-4110-B9CC-806784B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12B05-9D88-40B3-9262-7302D146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Το I²C χρησιμοποιείται κυρίως μέσα σε ηλεκτρονικές μονάδες και πλακέτες — όχι ως κύριο δίκτυο ολόκληρου του οχήματος.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FDAEC-2E14-4CCD-9303-9DC48568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990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2B833-4F17-4DDC-988E-D687C90E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E9FB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59206-01F9-454B-816C-8FA64A2F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480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ΕΛΕΓΚΤΗΣ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70C90-6A1B-4455-9AD1-EFCCBEC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00475"/>
            <a:ext cx="1828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57332-2FF5-4EFB-B874-A38B95F8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7BE88-6C6B-47D0-B490-7AB86146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480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ΑΙΣΘΗΤΗΡΑΣ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42D07-1F3D-483E-A5AB-FD39C71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00475"/>
            <a:ext cx="1828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chip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61816-F77D-4790-A404-6CE7652F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14673-0C97-4369-8308-870F9B85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1866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ΜΝΗΜΗ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BD50D-3188-41DC-82B0-E647459B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00475"/>
            <a:ext cx="1828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chip</a:t>
            </a:r>
          </a:p>
        </p:txBody>
      </p: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38576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068D8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43750" y="385762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068D8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D63E67-D47C-4A65-AE36-B77E421D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387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8068D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8068D8"/>
                </a:solidFill>
                <a:latin typeface="DejaVu Sans"/>
                <a:ea typeface="DejaVu Sans"/>
                <a:cs typeface="DejaVu Sans"/>
              </a:rPr>
              <a:t>Δύο γραμμές: SDA για δεδομένα · SCL για χρονισμό</a:t>
            </a:r>
          </a:p>
        </p:txBody>
      </p:sp>
    </p:spTree>
    <p:extLst>
      <p:ext uri="{BB962C8B-B14F-4D97-AF65-F5344CB8AC3E}">
        <p14:creationId xmlns:p14="http://schemas.microsoft.com/office/powerpoint/2010/main" val="16718143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39E88C-43B8-49B2-AA0A-82DF3A47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E0F54-ABEE-49F4-A2FA-A2E043F0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CAN Bus: ο βασικός κορμός επικοινωνίας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E2884-4EF4-4B2C-AA1A-74DD4B7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7C0A1-044B-4A73-BE71-2B2F47CD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07DC4-6489-4212-B9ED-0EB47C0C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4E746-4ACD-4DFF-8DE1-2772E8B5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12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Το CAN σχεδιάστηκε για αξιόπιστη ανταλλαγή σύντομων μηνυμάτων ανάμεσα σε ηλεκτρονικές μονάδες.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2F774-9401-4B2A-95F0-22B8B1D0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6712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17FFD-A276-432F-A3E6-1D41D75F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075215-5378-4A45-942F-46E7AB61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24250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CAN-H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B0164-0A4A-48FC-9231-8A18DC4E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80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827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CAN-L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96D65-C8A2-409D-94A0-E9D63233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190500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42837-7D1B-4D6A-BC55-8C919E62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908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1C49D-B891-4584-90A0-51D53994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4322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κόμβος δικτύου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72882-1AEB-4DB5-990B-7A39F9D6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813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0C5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4C9D4-4F5A-43A8-A8BB-D951D56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90500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7AF36-692D-4FBF-851E-26CCCCF9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908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006ED-B5A7-4D64-A0C6-9D135341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4322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κόμβος δικτύου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B6211E-6918-43DE-A288-8247AEFC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B9995A-3643-4BCC-9C32-1B9EBAF2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90500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0DE0D1-104D-4AFA-B095-CBB36AF0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3A6E87-B5B3-4228-B02C-BC3EA8C8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4322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κόμβος δικτύου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75231-185A-4DCB-8ECE-0EBEAA3F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813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AE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245EB-4778-42F6-BF5A-3D173136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905000" cy="904875"/>
          </a:xfrm>
          <a:prstGeom xmlns:a="http://schemas.openxmlformats.org/drawingml/2006/main" prst="roundRect">
            <a:avLst>
              <a:gd name="adj" fmla="val 16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F4B587-C6F0-4DBE-90AD-8B6B2F4F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ECU 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F936AC-774D-4F0C-8FF6-A3115260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43225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κόμβος δικτύου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CB5D6-C6D9-4B1E-846E-F907EB1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068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F3644-A218-4E2A-B014-B3BE473C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C5E8"/>
          </a:solidFill>
          <a:ln xmlns:a="http://schemas.openxmlformats.org/drawingml/2006/main" w="0">
            <a:solidFill>
              <a:srgbClr val="20C5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704822-76A4-42FF-A367-21E36FF7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9107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ΔΙΑΦΟΡΙΚΟ ΣΗΜΑ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E7C98-5257-432C-9B03-1BF31A1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15C31C-8291-4334-9538-85B80AB0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9107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ΠΡΟΤΕΡΑΙΟΤΗΤΑ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D75635-DD8B-472B-B5E5-3FD007FC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3048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E68"/>
          </a:solidFill>
          <a:ln xmlns:a="http://schemas.openxmlformats.org/drawingml/2006/main" w="0">
            <a:solidFill>
              <a:srgbClr val="22AE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8C9803-9FE3-44D4-A75D-49451655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91075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ΕΛΕΓΧΟΣ ΣΦΑΛΜΑΤΩΝ</a:t>
            </a:r>
          </a:p>
        </p:txBody>
      </p:sp>
    </p:spTree>
    <p:extLst>
      <p:ext uri="{BB962C8B-B14F-4D97-AF65-F5344CB8AC3E}">
        <p14:creationId xmlns:p14="http://schemas.microsoft.com/office/powerpoint/2010/main" val="21070101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574A0-F11E-46E0-A9C2-CAA9959A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8BAC7-C602-4B23-94F3-7A07A629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Πώς ξεχωρίζουμε τα τέσσερα πρωτόκολλα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D016C-2878-4CCC-B1FF-733C0686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BB92C-DB54-4CC2-B32A-6DCFE5D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EC2E1-F19E-4B75-B411-F775665A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49FB0-6221-4044-BFAB-1448A3DB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ΠΡΩΤΟΚΟΛΛΟ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9B99B-AF8D-4776-BF1D-77C23060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28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ΠΟΥ ΤΟ ΣΥΝΑΝΤΑΜΕ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80B2F-E6BB-4C58-92B1-91705975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ΒΑΣΙΚΗ ΙΔΕΑ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88811-6786-4488-8345-10B3A94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6B939-61F8-43AA-A499-F7C44DDE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SAE J1850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BA8B4-2333-427C-A2F1-5FF578E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812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παλαιότερα οχήματα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5924C-FE22-4D96-8926-F69A373C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δικτύωση / διάγνωση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4862E-A2FF-4613-8873-5A986DB9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B595CE-5C23-4979-AB26-FD9E9232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PCI Bus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39B42B-A827-4D23-899F-3727DFC1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8132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παλαιότερες κατασκευαστικές λύσεις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9087A-27E0-4812-86D3-AC88BE16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8132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αμάξωμα / διάγνωση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311FF-D0A0-47BF-A486-8348000E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7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52F13-9BC2-44E5-A34A-487630D2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8068D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8068D8"/>
                </a:solidFill>
                <a:latin typeface="DejaVu Sans"/>
                <a:ea typeface="DejaVu Sans"/>
                <a:cs typeface="DejaVu Sans"/>
              </a:rPr>
              <a:t>I²C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D6C5C-2A91-4C9D-B0EC-4A7F343F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814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μέσα σε ECU ή πλακέτα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D1E91-A6AE-48D8-85A5-9995AC44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8145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πολύ μικρή απόσταση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15703-74A0-4D62-B0C1-3E24AA5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FF8FC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AC191-29CC-4764-A7CA-54D12FED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006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CAN Bus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2D31D-E769-44AC-8F5E-E433D60F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81575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μεταξύ ECU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206B50-A204-42A4-9438-8155CF3F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81575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2338"/>
                </a:solidFill>
                <a:latin typeface="DejaVu Sans"/>
                <a:ea typeface="DejaVu Sans"/>
                <a:cs typeface="DejaVu Sans"/>
              </a:rPr>
              <a:t>κύριο δίκτυο οχήματος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DD7EB8-C7FF-4F0D-A3AF-B7EBF66D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53125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Δεν έχουν όλα την ίδια κλίμακα, χρήση ή εποχή εφαρμογής.</a:t>
            </a:r>
          </a:p>
        </p:txBody>
      </p:sp>
    </p:spTree>
    <p:extLst>
      <p:ext uri="{BB962C8B-B14F-4D97-AF65-F5344CB8AC3E}">
        <p14:creationId xmlns:p14="http://schemas.microsoft.com/office/powerpoint/2010/main" val="11524614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FD156-AE8B-44DE-9500-4433FAB5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9B055-1620-43F7-984F-6E4BBCD3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Γιατί χρησιμοποιούνται δίκτυα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4DBA4-9906-4887-9A5E-BF2CAEBA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50A74-05B0-4D68-8070-157CAAC1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BA4CF-7B59-4BAB-A984-CB163BBB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12055-1E35-402F-B60E-DFD664DB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038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0C5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B6070-AEE1-4097-B70B-9CD8DE32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621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ΛΙΓΟΤΕΡΗ ΚΑΛΩΔΙΩΣΗ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7BCE3-0D61-4525-B133-0DDA0F1D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4307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λιγότερες ειδικές συνδέσεις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93D9A-7324-46C5-BA03-C7F97718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1038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EDABB-F976-4EB4-949D-742475D7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289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ΚΟΙΝΗ ΠΛΗΡΟΦΟΡΙΑ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8E66B4-52E0-46B7-B694-26C20C84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987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μία μέτρηση, πολλές χρήσεις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50A7A-61C7-4264-8BC0-F6742F7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1038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2AE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9DF7C-4969-418E-9A7B-162B180F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957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ΔΙΑΓΝΩΣΗ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38D02-1376-4407-8A8B-149515CF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7667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πρόσβαση σε πολλές μονάδες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390CA-3A78-4C6B-B40D-B230A0BB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1038225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068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26800-B685-4D2E-ABB2-6C2F5A45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62525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ΕΠΕΚΤΑΣΙΜΟΤΗΤΑ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EED7A-B501-416F-9F7E-616B4443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43475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οργανωμένη προσθήκη λειτουργιών</a:t>
            </a:r>
          </a:p>
        </p:txBody>
      </p:sp>
    </p:spTree>
    <p:extLst>
      <p:ext uri="{BB962C8B-B14F-4D97-AF65-F5344CB8AC3E}">
        <p14:creationId xmlns:p14="http://schemas.microsoft.com/office/powerpoint/2010/main" val="1433429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DB5052-9527-4661-94A2-A30F83E8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C0C50-8A7F-4874-8475-88458AF7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Η επικοινωνία αποτελεί μέρος της ασφάλειας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4FF4B-3DDB-42E2-A0F9-BDBE5669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80A5F-537F-4E71-936F-A7C428B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0D444-5C6B-40E3-8281-D375B9C6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C9207-EC9A-4623-9EC0-EC035BA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891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Σε συστήματα όπως ABS, αερόσακοι και υποβοήθηση διεύθυνσης, η πληροφορία πρέπει να φτάνει έγκαιρα και αξιόπιστα.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25076-A3FF-4AA5-AFEA-066B60AD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300037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6234A-9B44-434F-9782-C7C8A6A5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90925"/>
            <a:ext cx="2771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ΣΩΣΤΗ ΤΙΜΗ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92F3F-10C4-4DFF-A9A8-A0341CD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943350"/>
            <a:ext cx="27336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τα δεδομένα είναι έγκυρα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210F7-7091-47B5-B39F-6A18FBE8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76625"/>
            <a:ext cx="300037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8DA8C-1B5A-4391-8D97-2CCD8994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90925"/>
            <a:ext cx="2771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ΣΩΣΤΟΣ ΧΡΟΝΟΣ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9889F-4BB4-4BA9-B147-A37A597C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43350"/>
            <a:ext cx="27336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το μήνυμα φτάνει έγκαιρα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5232E-8F38-4932-B1CC-D7C07B7F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76625"/>
            <a:ext cx="3000375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4DEBE-04AA-4B5A-85DA-060DBD37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90925"/>
            <a:ext cx="2771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ΣΩΣΤΟΣ ΠΑΡΑΛΗΠΤΗΣ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6B987-0E92-4870-9E84-19E45E83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43350"/>
            <a:ext cx="27336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η κατάλληλη ECU το αξιοποιεί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18B69-1BD2-43B8-9793-CA3C4664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768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2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Η ασφάλεια δεν εξαρτάται μόνο από το εξάρτημα — εξαρτάται και από την επικοινωνία.</a:t>
            </a:r>
          </a:p>
        </p:txBody>
      </p:sp>
    </p:spTree>
    <p:extLst>
      <p:ext uri="{BB962C8B-B14F-4D97-AF65-F5344CB8AC3E}">
        <p14:creationId xmlns:p14="http://schemas.microsoft.com/office/powerpoint/2010/main" val="145432325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73E06-4709-4E28-A9EA-884516DE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CDED5-8828-4E02-B382-07C99B93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Τι μπορεί να πάει λάθος στη μετάδοση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DB0A6-210D-4331-A595-FF4052BC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FC95E-29DB-447E-96C0-82DF7D9E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7FCAE-4B68-4530-A5D3-6C360AB7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E8691-65F7-407F-B76A-0756205E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38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2F6EC"/>
          </a:solidFill>
          <a:ln xmlns:a="http://schemas.openxmlformats.org/drawingml/2006/main" w="14288">
            <a:solidFill>
              <a:srgbClr val="22AE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29C88-9A9D-4AAB-82A9-5C1D812E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812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5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ΣΩΣΤΑ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C7118-FA4E-46EF-A216-07830400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η πληροφορία φτάνει έγκαιρα και έγκυρα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88B831-0E2F-4E6F-92A8-4092A14E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5238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2CF"/>
          </a:solidFill>
          <a:ln xmlns:a="http://schemas.openxmlformats.org/drawingml/2006/main" w="14288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DAF70-DC67-4A2A-9B65-E626A7C2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5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ΚΑΘΥΣΤΕΡΗΣΗ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9163E-A015-42E6-B150-E62A88F6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3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η πληροφορία φτάνει αργότερα από όσο απαιτείται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C4CBA-6DB9-4F3C-B39D-01DE1351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5238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14288">
            <a:solidFill>
              <a:srgbClr val="D94E5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80C2E-D95C-4BA0-8937-A7C277AB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5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ΑΛΛΟΙΩΣΗ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51FEF-D14D-4684-98A8-B74952DA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εντοπίζεται σφάλμα στα δεδομένα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DE8D4-420B-4465-B42D-AB4AE56D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5238750" cy="157162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E9FB"/>
          </a:solidFill>
          <a:ln xmlns:a="http://schemas.openxmlformats.org/drawingml/2006/main" w="14288">
            <a:solidFill>
              <a:srgbClr val="8068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5DFF2-77EC-4C6C-8315-FB06BF85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57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ΑΠΩΛΕΙΑ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E8C60-E7D2-43AF-A842-B6C587D0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το μήνυμα δεν φτάνει στον παραλήπτη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DBF73-E292-4DCC-A11A-E80BBA2D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49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Η ECU μπορεί να καταγράψει βλάβη και να περάσει σε ασφαλή εναλλακτική λειτουργία.</a:t>
            </a:r>
          </a:p>
        </p:txBody>
      </p:sp>
    </p:spTree>
    <p:extLst>
      <p:ext uri="{BB962C8B-B14F-4D97-AF65-F5344CB8AC3E}">
        <p14:creationId xmlns:p14="http://schemas.microsoft.com/office/powerpoint/2010/main" val="10275283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D4A0B-3D83-445D-BAD0-FD23B5AF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56627-B0DE-43D4-B3F2-9B1AAA2A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Καμία επικοινωνία με τη μονάδα 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96A45-2D0E-4B02-8B68-C581F624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3BF8E5-8866-44A5-AE88-EF196C6E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8391A4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66583-D5A8-4B91-A9AD-AE0E55AE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929D5-4D87-4ADB-B2C9-D80260A9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7E8"/>
          </a:solidFill>
          <a:ln xmlns:a="http://schemas.openxmlformats.org/drawingml/2006/main" w="11430">
            <a:solidFill>
              <a:srgbClr val="D94E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83363-9059-4C0F-96D5-EDEA368C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D94E5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D94E52"/>
                </a:solidFill>
                <a:latin typeface="DejaVu Sans"/>
                <a:ea typeface="DejaVu Sans"/>
                <a:cs typeface="DejaVu Sans"/>
              </a:rPr>
              <a:t>Η ένδειξη δεν αποδεικνύει ότι η μονάδα ABS έχει καταστραφεί.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FF1E5-DE4C-4F34-AD69-0E14AFAD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C5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D89A0-8163-4F51-8423-9F399F21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5717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Ελέγχω τροφοδοσία και γείωση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35542-3C67-46F0-AF31-43EC75B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895600"/>
            <a:ext cx="421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Χωρίς σωστή τροφοδοσία η ECU δεν μπορεί να επικοινωνήσει.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77369-D3C7-43DD-AF9B-3FB3AA54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09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4E6F3-1F01-414A-8890-0406A717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717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Ελέγχω ασφάλειες και συνδέσεις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66C37-C495-4420-A7B6-4C11DC62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421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Αναζητώ οξείδωση, χαλαρή επαφή ή ζημιά.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697F0F-6371-43D7-AF80-FB581488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68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CF8ED-C62E-49CE-A23F-116D3A21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0957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Ελέγχω την καλωδίωση του δικτύου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EFDE2-26D6-49F6-8B11-305F3401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19600"/>
            <a:ext cx="421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73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Εξετάζω συνέχεια, βραχυκύκλωμα και φυσική κατάσταση.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80B09-4F4C-4A41-86D1-65DC0F1B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E6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12992A-32FF-418D-A849-2740CC8B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9575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7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Αξιολογώ την ίδια τη μονάδα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8C166-1143-477F-839E-CD692183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19600"/>
            <a:ext cx="421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855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3637A"/>
                </a:solidFill>
                <a:latin typeface="DejaVu Sans"/>
                <a:ea typeface="DejaVu Sans"/>
                <a:cs typeface="DejaVu Sans"/>
              </a:rPr>
              <a:t>Η αντικατάσταση έρχεται αφού αποκλειστούν τα προηγούμενα.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77A97-86B4-480E-B678-C1B68268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9750"/>
            <a:ext cx="552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8FC"/>
          </a:solidFill>
          <a:ln xmlns:a="http://schemas.openxmlformats.org/drawingml/2006/main" w="0">
            <a:solidFill>
              <a:srgbClr val="DFF8F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F5414F-E68A-4F8D-B1C8-D8B4C3DB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48325"/>
            <a:ext cx="537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71426"/>
                </a:solidFill>
                <a:latin typeface="DejaVu Sans"/>
                <a:ea typeface="DejaVu Sans"/>
                <a:cs typeface="DejaVu Sans"/>
              </a:rPr>
              <a:t>ΔΙΑΓΝΩΣΗ = ΕΛΕΓΧΟΣ ΟΛΗΣ ΤΗΣ ΔΙΑΔΡΟΜΗΣ</a:t>
            </a:r>
          </a:p>
        </p:txBody>
      </p:sp>
    </p:spTree>
    <p:extLst>
      <p:ext uri="{BB962C8B-B14F-4D97-AF65-F5344CB8AC3E}">
        <p14:creationId xmlns:p14="http://schemas.microsoft.com/office/powerpoint/2010/main" val="106003447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0C8C8-8321-47AD-9F13-23380E12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82E5D-06A9-4AC2-9FE1-692EF432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Έλεγχος κατανόησης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318F8-4F16-4DD5-A256-1735620E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EA5AB-A372-493D-AABB-F228CF64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15DF7-68A8-4D5C-A0F5-4D336BF7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0C4DD-1FA9-48EC-9B59-C8D6DFEA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1E33"/>
          </a:solidFill>
          <a:ln xmlns:a="http://schemas.openxmlformats.org/drawingml/2006/main" w="9525">
            <a:solidFill>
              <a:srgbClr val="223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34A63-7E72-4962-8EFD-9D3CC87C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1. Ποια είναι η διαφορά αισθητήρα και ενεργοποιητή;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7F8FB-34EA-48F6-A33D-19554C43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1E33"/>
          </a:solidFill>
          <a:ln xmlns:a="http://schemas.openxmlformats.org/drawingml/2006/main" w="9525">
            <a:solidFill>
              <a:srgbClr val="223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24E3A-3F82-4076-B101-2863FFB8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669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2. Γιατί μία πληροφορία μπορεί να χρησιμοποιηθεί από πολλές ECU;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13387-48C4-4852-9345-6487C2C7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1E33"/>
          </a:solidFill>
          <a:ln xmlns:a="http://schemas.openxmlformats.org/drawingml/2006/main" w="9525">
            <a:solidFill>
              <a:srgbClr val="223A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3A20B-9EAB-415C-85A4-33C7477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3. Τι καθορίζει ένα πρωτόκολλο επικοινωνίας;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7D33B-CF79-45B5-8644-D2BB88E3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9525">
            <a:solidFill>
              <a:srgbClr val="20C5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D5C50-D78A-400A-8AA5-23FDA682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4. Πού χρησιμοποιείται κυρίως το I²C και πού το CAN;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BD21F-3253-4806-BCB3-0C7EBD76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477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1E33"/>
          </a:solidFill>
          <a:ln xmlns:a="http://schemas.openxmlformats.org/drawingml/2006/main" w="9525">
            <a:solidFill>
              <a:srgbClr val="223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E929F-87D9-444E-B94A-3A1FACF3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5. Ποιο είναι το πρώτο βήμα όταν δεν υπάρχει επικοινωνία με μία ECU;</a:t>
            </a:r>
          </a:p>
        </p:txBody>
      </p:sp>
    </p:spTree>
    <p:extLst>
      <p:ext uri="{BB962C8B-B14F-4D97-AF65-F5344CB8AC3E}">
        <p14:creationId xmlns:p14="http://schemas.microsoft.com/office/powerpoint/2010/main" val="15072585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3930E-B437-444D-9960-ED1F4CB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67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ΘΕΩΡΙΑ · ΜΑΘΗΜΑ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D2E65-C334-430B-88BD-25F73C99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Τι κρατάμε από το πρώτο μάθημα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3344B-56C9-45D5-BFA0-FAE158EE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96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0C5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55A49-9DEF-415C-931F-35761793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912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786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Δίκτυα και Επικοινωνία Οχημάτων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C362D-08F5-4D78-A445-E335F98B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rmAutofit fontScale="9249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9CADC2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1A375-4C4F-4A0D-AB5B-7B5DAFE8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76375"/>
            <a:ext cx="98107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19050" rIns="38100" bIns="19050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400"/>
              </a:spcAft>
              <a:buNone/>
              <a:def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Οι ηλεκτρονικές μονάδες συνεργάζονται μέσω δικτύων επικοινωνίας.</a:t>
            </a:r>
          </a:p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400"/>
              </a:spcAft>
              <a:buNone/>
              <a:def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Η βασική αλυσίδα είναι αισθητήρας → ECU → ενεργοποιητής.</a:t>
            </a:r>
          </a:p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400"/>
              </a:spcAft>
              <a:buNone/>
              <a:def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Τα μηνύματα μεταφέρουν μετρήσεις, εντολές και διαγνωστική πληροφορία.</a:t>
            </a:r>
          </a:p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400"/>
              </a:spcAft>
              <a:buNone/>
              <a:def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Τα πρωτόκολλα ορίζουν τη μορφή, τον χρονισμό και τον έλεγχο της επικοινωνίας.</a:t>
            </a:r>
          </a:p>
          <a:p xmlns:a="http://schemas.openxmlformats.org/drawingml/2006/main">
            <a:pPr marL="279400" indent="-139700">
              <a:lnSpc>
                <a:spcPct val="104000"/>
              </a:lnSpc>
              <a:spcAft>
                <a:spcPts val="1400"/>
              </a:spcAft>
              <a:buNone/>
              <a:def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Η σωστή διάγνωση εξετάζει ολόκληρη τη διαδρομή — όχι μόνο τη μονάδα.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E9F09-9BC4-4F7E-A0DF-713A17C7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89535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43B"/>
          </a:solidFill>
          <a:ln xmlns:a="http://schemas.openxmlformats.org/drawingml/2006/main" w="14288">
            <a:solidFill>
              <a:srgbClr val="20C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D3D62-0A2E-49E1-8F70-54A9C135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4292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rmAutofit fontScale="9399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20C5E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0C5E8"/>
                </a:solidFill>
                <a:latin typeface="DejaVu Sans"/>
                <a:ea typeface="DejaVu Sans"/>
                <a:cs typeface="DejaVu Sans"/>
              </a:rPr>
              <a:t>Επόμενο μάθημα: αρχιτεκτονικές δικτύων επικοινωνίας οχημάτων</a:t>
            </a:r>
          </a:p>
        </p:txBody>
      </p:sp>
    </p:spTree>
    <p:extLst>
      <p:ext uri="{BB962C8B-B14F-4D97-AF65-F5344CB8AC3E}">
        <p14:creationId xmlns:p14="http://schemas.microsoft.com/office/powerpoint/2010/main" val="1731069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2026-09-20T17:35:01.7630000Z</dcterms:created>
  <dcterms:modified xsi:type="dcterms:W3CDTF">2026-09-20T17:35:01.7630000Z</dcterms:modified>
</coreProperties>
</file>